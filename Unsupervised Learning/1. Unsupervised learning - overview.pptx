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0"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Inter"/>
      <p:regular r:id="rId12"/>
      <p:bold r:id="rId13"/>
      <p:italic r:id="rId14"/>
      <p:boldItalic r:id="rId15"/>
    </p:embeddedFont>
    <p:embeddedFont>
      <p:font typeface="Inter ExtraBold"/>
      <p:bold r:id="rId16"/>
      <p:boldItalic r:id="rId17"/>
    </p:embeddedFont>
    <p:embeddedFont>
      <p:font typeface="Inter Medium"/>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D1C642-C2A6-4650-BF24-207182034BB5}">
  <a:tblStyle styleId="{44D1C642-C2A6-4650-BF24-207182034BB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nterMedium-italic.fntdata"/><Relationship Id="rId21" Type="http://schemas.openxmlformats.org/officeDocument/2006/relationships/font" Target="fonts/InterMedium-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bold.fntdata"/><Relationship Id="rId12" Type="http://schemas.openxmlformats.org/officeDocument/2006/relationships/font" Target="fonts/Inter-regular.fntdata"/><Relationship Id="rId15" Type="http://schemas.openxmlformats.org/officeDocument/2006/relationships/font" Target="fonts/Inter-boldItalic.fntdata"/><Relationship Id="rId14" Type="http://schemas.openxmlformats.org/officeDocument/2006/relationships/font" Target="fonts/Inter-italic.fntdata"/><Relationship Id="rId17" Type="http://schemas.openxmlformats.org/officeDocument/2006/relationships/font" Target="fonts/InterExtraBold-boldItalic.fntdata"/><Relationship Id="rId16" Type="http://schemas.openxmlformats.org/officeDocument/2006/relationships/font" Target="fonts/InterExtraBold-bold.fntdata"/><Relationship Id="rId19" Type="http://schemas.openxmlformats.org/officeDocument/2006/relationships/font" Target="fonts/InterMedium-bold.fntdata"/><Relationship Id="rId18" Type="http://schemas.openxmlformats.org/officeDocument/2006/relationships/font" Target="fonts/Inter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6b770f7ca1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6b770f7ca1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d2915284d1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d2915284d1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d2915284d1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d2915284d1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d2915284d1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d2915284d1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d2915284d1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2d2915284d1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d2915284d1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d2915284d1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60750" y="4043015"/>
            <a:ext cx="8422500" cy="5016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1pPr>
            <a:lvl2pPr lvl="1"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2pPr>
            <a:lvl3pPr lvl="2"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3pPr>
            <a:lvl4pPr lvl="3"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4pPr>
            <a:lvl5pPr lvl="4"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5pPr>
            <a:lvl6pPr lvl="5"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6pPr>
            <a:lvl7pPr lvl="6"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7pPr>
            <a:lvl8pPr lvl="7"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8pPr>
            <a:lvl9pPr lvl="8" rtl="0">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9pPr>
          </a:lstStyle>
          <a:p/>
        </p:txBody>
      </p:sp>
      <p:sp>
        <p:nvSpPr>
          <p:cNvPr id="11" name="Google Shape;11;p2"/>
          <p:cNvSpPr txBox="1"/>
          <p:nvPr>
            <p:ph idx="1" type="subTitle"/>
          </p:nvPr>
        </p:nvSpPr>
        <p:spPr>
          <a:xfrm>
            <a:off x="361750" y="3642258"/>
            <a:ext cx="8422500" cy="35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Font typeface="Inter"/>
              <a:buNone/>
              <a:defRPr b="1" sz="1400">
                <a:latin typeface="Inter"/>
                <a:ea typeface="Inter"/>
                <a:cs typeface="Inter"/>
                <a:sym typeface="Inter"/>
              </a:defRPr>
            </a:lvl1pPr>
            <a:lvl2pPr lvl="1" rtl="0">
              <a:lnSpc>
                <a:spcPct val="100000"/>
              </a:lnSpc>
              <a:spcBef>
                <a:spcPts val="0"/>
              </a:spcBef>
              <a:spcAft>
                <a:spcPts val="0"/>
              </a:spcAft>
              <a:buSzPts val="1400"/>
              <a:buFont typeface="Inter"/>
              <a:buNone/>
              <a:defRPr b="1" sz="1400">
                <a:latin typeface="Inter"/>
                <a:ea typeface="Inter"/>
                <a:cs typeface="Inter"/>
                <a:sym typeface="Inter"/>
              </a:defRPr>
            </a:lvl2pPr>
            <a:lvl3pPr lvl="2" rtl="0">
              <a:lnSpc>
                <a:spcPct val="100000"/>
              </a:lnSpc>
              <a:spcBef>
                <a:spcPts val="0"/>
              </a:spcBef>
              <a:spcAft>
                <a:spcPts val="0"/>
              </a:spcAft>
              <a:buSzPts val="1000"/>
              <a:buFont typeface="Inter"/>
              <a:buNone/>
              <a:defRPr b="1">
                <a:latin typeface="Inter"/>
                <a:ea typeface="Inter"/>
                <a:cs typeface="Inter"/>
                <a:sym typeface="Inter"/>
              </a:defRPr>
            </a:lvl3pPr>
            <a:lvl4pPr lvl="3" rtl="0">
              <a:lnSpc>
                <a:spcPct val="100000"/>
              </a:lnSpc>
              <a:spcBef>
                <a:spcPts val="0"/>
              </a:spcBef>
              <a:spcAft>
                <a:spcPts val="0"/>
              </a:spcAft>
              <a:buSzPts val="1400"/>
              <a:buFont typeface="Inter"/>
              <a:buNone/>
              <a:defRPr b="1" sz="1400">
                <a:latin typeface="Inter"/>
                <a:ea typeface="Inter"/>
                <a:cs typeface="Inter"/>
                <a:sym typeface="Inter"/>
              </a:defRPr>
            </a:lvl4pPr>
            <a:lvl5pPr lvl="4" rtl="0">
              <a:lnSpc>
                <a:spcPct val="100000"/>
              </a:lnSpc>
              <a:spcBef>
                <a:spcPts val="0"/>
              </a:spcBef>
              <a:spcAft>
                <a:spcPts val="0"/>
              </a:spcAft>
              <a:buSzPts val="1400"/>
              <a:buFont typeface="Inter"/>
              <a:buNone/>
              <a:defRPr b="1" sz="1400">
                <a:latin typeface="Inter"/>
                <a:ea typeface="Inter"/>
                <a:cs typeface="Inter"/>
                <a:sym typeface="Inter"/>
              </a:defRPr>
            </a:lvl5pPr>
            <a:lvl6pPr lvl="5" rtl="0">
              <a:lnSpc>
                <a:spcPct val="100000"/>
              </a:lnSpc>
              <a:spcBef>
                <a:spcPts val="0"/>
              </a:spcBef>
              <a:spcAft>
                <a:spcPts val="0"/>
              </a:spcAft>
              <a:buSzPts val="1400"/>
              <a:buFont typeface="Inter"/>
              <a:buNone/>
              <a:defRPr b="1" sz="1400">
                <a:latin typeface="Inter"/>
                <a:ea typeface="Inter"/>
                <a:cs typeface="Inter"/>
                <a:sym typeface="Inter"/>
              </a:defRPr>
            </a:lvl6pPr>
            <a:lvl7pPr lvl="6" rtl="0">
              <a:lnSpc>
                <a:spcPct val="100000"/>
              </a:lnSpc>
              <a:spcBef>
                <a:spcPts val="0"/>
              </a:spcBef>
              <a:spcAft>
                <a:spcPts val="0"/>
              </a:spcAft>
              <a:buSzPts val="1400"/>
              <a:buFont typeface="Inter"/>
              <a:buNone/>
              <a:defRPr b="1" sz="1400">
                <a:latin typeface="Inter"/>
                <a:ea typeface="Inter"/>
                <a:cs typeface="Inter"/>
                <a:sym typeface="Inter"/>
              </a:defRPr>
            </a:lvl7pPr>
            <a:lvl8pPr lvl="7" rtl="0">
              <a:lnSpc>
                <a:spcPct val="100000"/>
              </a:lnSpc>
              <a:spcBef>
                <a:spcPts val="0"/>
              </a:spcBef>
              <a:spcAft>
                <a:spcPts val="0"/>
              </a:spcAft>
              <a:buSzPts val="1400"/>
              <a:buFont typeface="Inter"/>
              <a:buNone/>
              <a:defRPr b="1" sz="1400">
                <a:latin typeface="Inter"/>
                <a:ea typeface="Inter"/>
                <a:cs typeface="Inter"/>
                <a:sym typeface="Inter"/>
              </a:defRPr>
            </a:lvl8pPr>
            <a:lvl9pPr lvl="8" rtl="0">
              <a:lnSpc>
                <a:spcPct val="100000"/>
              </a:lnSpc>
              <a:spcBef>
                <a:spcPts val="0"/>
              </a:spcBef>
              <a:spcAft>
                <a:spcPts val="0"/>
              </a:spcAft>
              <a:buSzPts val="1400"/>
              <a:buFont typeface="Inter"/>
              <a:buNone/>
              <a:defRPr b="1" sz="1400">
                <a:latin typeface="Inter"/>
                <a:ea typeface="Inter"/>
                <a:cs typeface="Inter"/>
                <a:sym typeface="Inter"/>
              </a:defRPr>
            </a:lvl9pPr>
          </a:lstStyle>
          <a:p/>
        </p:txBody>
      </p:sp>
      <p:pic>
        <p:nvPicPr>
          <p:cNvPr id="12" name="Google Shape;12;p2"/>
          <p:cNvPicPr preferRelativeResize="0"/>
          <p:nvPr/>
        </p:nvPicPr>
        <p:blipFill rotWithShape="1">
          <a:blip r:embed="rId3">
            <a:alphaModFix/>
          </a:blip>
          <a:srcRect b="719" l="0" r="0" t="719"/>
          <a:stretch/>
        </p:blipFill>
        <p:spPr>
          <a:xfrm>
            <a:off x="360900" y="360000"/>
            <a:ext cx="2812250" cy="431550"/>
          </a:xfrm>
          <a:prstGeom prst="rect">
            <a:avLst/>
          </a:prstGeom>
          <a:noFill/>
          <a:ln>
            <a:noFill/>
          </a:ln>
        </p:spPr>
      </p:pic>
      <p:sp>
        <p:nvSpPr>
          <p:cNvPr id="13" name="Google Shape;13;p2"/>
          <p:cNvSpPr txBox="1"/>
          <p:nvPr/>
        </p:nvSpPr>
        <p:spPr>
          <a:xfrm>
            <a:off x="361750" y="4774100"/>
            <a:ext cx="2625000" cy="92400"/>
          </a:xfrm>
          <a:prstGeom prst="rect">
            <a:avLst/>
          </a:prstGeom>
          <a:noFill/>
          <a:ln>
            <a:noFill/>
          </a:ln>
        </p:spPr>
        <p:txBody>
          <a:bodyPr anchorCtr="0" anchor="ctr" bIns="0" lIns="72000" spcFirstLastPara="1" rIns="0" wrap="square" tIns="0">
            <a:spAutoFit/>
          </a:bodyPr>
          <a:lstStyle/>
          <a:p>
            <a:pPr indent="0" lvl="0" marL="0" rtl="0" algn="l">
              <a:spcBef>
                <a:spcPts val="0"/>
              </a:spcBef>
              <a:spcAft>
                <a:spcPts val="0"/>
              </a:spcAft>
              <a:buNone/>
            </a:pPr>
            <a:r>
              <a:rPr lang="en" sz="600">
                <a:solidFill>
                  <a:schemeClr val="lt2"/>
                </a:solidFill>
                <a:latin typeface="Inter Medium"/>
                <a:ea typeface="Inter Medium"/>
                <a:cs typeface="Inter Medium"/>
                <a:sym typeface="Inter Medium"/>
              </a:rPr>
              <a:t>Please do not copy without permission. © ExploreAI 2024.</a:t>
            </a:r>
            <a:endParaRPr sz="600">
              <a:solidFill>
                <a:schemeClr val="lt2"/>
              </a:solidFill>
              <a:latin typeface="Inter Medium"/>
              <a:ea typeface="Inter Medium"/>
              <a:cs typeface="Inter Medium"/>
              <a:sym typeface="Inter Mediu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60750" y="2500350"/>
            <a:ext cx="8422500" cy="4374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1pPr>
            <a:lvl2pPr lvl="1"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2pPr>
            <a:lvl3pPr lvl="2"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3pPr>
            <a:lvl4pPr lvl="3"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4pPr>
            <a:lvl5pPr lvl="4"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5pPr>
            <a:lvl6pPr lvl="5"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6pPr>
            <a:lvl7pPr lvl="6"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7pPr>
            <a:lvl8pPr lvl="7"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8pPr>
            <a:lvl9pPr lvl="8" algn="ctr">
              <a:spcBef>
                <a:spcPts val="0"/>
              </a:spcBef>
              <a:spcAft>
                <a:spcPts val="0"/>
              </a:spcAft>
              <a:buClr>
                <a:schemeClr val="lt1"/>
              </a:buClr>
              <a:buSzPts val="3000"/>
              <a:buFont typeface="Inter"/>
              <a:buNone/>
              <a:defRPr b="1" sz="3000">
                <a:solidFill>
                  <a:schemeClr val="lt1"/>
                </a:solidFill>
                <a:latin typeface="Inter"/>
                <a:ea typeface="Inter"/>
                <a:cs typeface="Inter"/>
                <a:sym typeface="Inter"/>
              </a:defRPr>
            </a:lvl9pPr>
          </a:lstStyle>
          <a:p/>
        </p:txBody>
      </p:sp>
      <p:sp>
        <p:nvSpPr>
          <p:cNvPr id="16" name="Google Shape;16;p3"/>
          <p:cNvSpPr txBox="1"/>
          <p:nvPr>
            <p:ph idx="1" type="subTitle"/>
          </p:nvPr>
        </p:nvSpPr>
        <p:spPr>
          <a:xfrm>
            <a:off x="360750" y="2205750"/>
            <a:ext cx="8422500" cy="142200"/>
          </a:xfrm>
          <a:prstGeom prst="rect">
            <a:avLst/>
          </a:prstGeom>
        </p:spPr>
        <p:txBody>
          <a:bodyPr anchorCtr="0" anchor="ctr" bIns="91425" lIns="0" spcFirstLastPara="1" rIns="91425" wrap="square" tIns="91425">
            <a:noAutofit/>
          </a:bodyPr>
          <a:lstStyle>
            <a:lvl1pPr lvl="0" rtl="0" algn="ctr">
              <a:lnSpc>
                <a:spcPct val="100000"/>
              </a:lnSpc>
              <a:spcBef>
                <a:spcPts val="0"/>
              </a:spcBef>
              <a:spcAft>
                <a:spcPts val="0"/>
              </a:spcAft>
              <a:buSzPts val="1400"/>
              <a:buFont typeface="Inter"/>
              <a:buNone/>
              <a:defRPr b="1" sz="1400">
                <a:latin typeface="Inter"/>
                <a:ea typeface="Inter"/>
                <a:cs typeface="Inter"/>
                <a:sym typeface="Inter"/>
              </a:defRPr>
            </a:lvl1pPr>
            <a:lvl2pPr lvl="1" rtl="0" algn="ctr">
              <a:lnSpc>
                <a:spcPct val="100000"/>
              </a:lnSpc>
              <a:spcBef>
                <a:spcPts val="0"/>
              </a:spcBef>
              <a:spcAft>
                <a:spcPts val="0"/>
              </a:spcAft>
              <a:buSzPts val="1400"/>
              <a:buFont typeface="Inter"/>
              <a:buNone/>
              <a:defRPr b="1" sz="1400">
                <a:latin typeface="Inter"/>
                <a:ea typeface="Inter"/>
                <a:cs typeface="Inter"/>
                <a:sym typeface="Inter"/>
              </a:defRPr>
            </a:lvl2pPr>
            <a:lvl3pPr lvl="2" rtl="0" algn="ctr">
              <a:lnSpc>
                <a:spcPct val="100000"/>
              </a:lnSpc>
              <a:spcBef>
                <a:spcPts val="0"/>
              </a:spcBef>
              <a:spcAft>
                <a:spcPts val="0"/>
              </a:spcAft>
              <a:buSzPts val="1000"/>
              <a:buFont typeface="Inter"/>
              <a:buNone/>
              <a:defRPr b="1">
                <a:latin typeface="Inter"/>
                <a:ea typeface="Inter"/>
                <a:cs typeface="Inter"/>
                <a:sym typeface="Inter"/>
              </a:defRPr>
            </a:lvl3pPr>
            <a:lvl4pPr lvl="3" rtl="0" algn="ctr">
              <a:lnSpc>
                <a:spcPct val="100000"/>
              </a:lnSpc>
              <a:spcBef>
                <a:spcPts val="0"/>
              </a:spcBef>
              <a:spcAft>
                <a:spcPts val="0"/>
              </a:spcAft>
              <a:buSzPts val="1400"/>
              <a:buFont typeface="Inter"/>
              <a:buNone/>
              <a:defRPr b="1" sz="1400">
                <a:latin typeface="Inter"/>
                <a:ea typeface="Inter"/>
                <a:cs typeface="Inter"/>
                <a:sym typeface="Inter"/>
              </a:defRPr>
            </a:lvl4pPr>
            <a:lvl5pPr lvl="4" rtl="0" algn="ctr">
              <a:lnSpc>
                <a:spcPct val="100000"/>
              </a:lnSpc>
              <a:spcBef>
                <a:spcPts val="0"/>
              </a:spcBef>
              <a:spcAft>
                <a:spcPts val="0"/>
              </a:spcAft>
              <a:buSzPts val="1400"/>
              <a:buFont typeface="Inter"/>
              <a:buNone/>
              <a:defRPr b="1" sz="1400">
                <a:latin typeface="Inter"/>
                <a:ea typeface="Inter"/>
                <a:cs typeface="Inter"/>
                <a:sym typeface="Inter"/>
              </a:defRPr>
            </a:lvl5pPr>
            <a:lvl6pPr lvl="5" rtl="0" algn="ctr">
              <a:lnSpc>
                <a:spcPct val="100000"/>
              </a:lnSpc>
              <a:spcBef>
                <a:spcPts val="0"/>
              </a:spcBef>
              <a:spcAft>
                <a:spcPts val="0"/>
              </a:spcAft>
              <a:buSzPts val="1400"/>
              <a:buFont typeface="Inter"/>
              <a:buNone/>
              <a:defRPr b="1" sz="1400">
                <a:latin typeface="Inter"/>
                <a:ea typeface="Inter"/>
                <a:cs typeface="Inter"/>
                <a:sym typeface="Inter"/>
              </a:defRPr>
            </a:lvl6pPr>
            <a:lvl7pPr lvl="6" rtl="0" algn="ctr">
              <a:lnSpc>
                <a:spcPct val="100000"/>
              </a:lnSpc>
              <a:spcBef>
                <a:spcPts val="0"/>
              </a:spcBef>
              <a:spcAft>
                <a:spcPts val="0"/>
              </a:spcAft>
              <a:buSzPts val="1400"/>
              <a:buFont typeface="Inter"/>
              <a:buNone/>
              <a:defRPr b="1" sz="1400">
                <a:latin typeface="Inter"/>
                <a:ea typeface="Inter"/>
                <a:cs typeface="Inter"/>
                <a:sym typeface="Inter"/>
              </a:defRPr>
            </a:lvl7pPr>
            <a:lvl8pPr lvl="7" rtl="0" algn="ctr">
              <a:lnSpc>
                <a:spcPct val="100000"/>
              </a:lnSpc>
              <a:spcBef>
                <a:spcPts val="0"/>
              </a:spcBef>
              <a:spcAft>
                <a:spcPts val="0"/>
              </a:spcAft>
              <a:buSzPts val="1400"/>
              <a:buFont typeface="Inter"/>
              <a:buNone/>
              <a:defRPr b="1" sz="1400">
                <a:latin typeface="Inter"/>
                <a:ea typeface="Inter"/>
                <a:cs typeface="Inter"/>
                <a:sym typeface="Inter"/>
              </a:defRPr>
            </a:lvl8pPr>
            <a:lvl9pPr lvl="8" rtl="0" algn="ctr">
              <a:lnSpc>
                <a:spcPct val="100000"/>
              </a:lnSpc>
              <a:spcBef>
                <a:spcPts val="0"/>
              </a:spcBef>
              <a:spcAft>
                <a:spcPts val="0"/>
              </a:spcAft>
              <a:buSzPts val="1400"/>
              <a:buFont typeface="Inter"/>
              <a:buNone/>
              <a:defRPr b="1" sz="1400">
                <a:latin typeface="Inter"/>
                <a:ea typeface="Inter"/>
                <a:cs typeface="Inter"/>
                <a:sym typeface="Inter"/>
              </a:defRPr>
            </a:lvl9pPr>
          </a:lstStyle>
          <a:p/>
        </p:txBody>
      </p:sp>
      <p:pic>
        <p:nvPicPr>
          <p:cNvPr id="17" name="Google Shape;17;p3"/>
          <p:cNvPicPr preferRelativeResize="0"/>
          <p:nvPr/>
        </p:nvPicPr>
        <p:blipFill rotWithShape="1">
          <a:blip r:embed="rId3">
            <a:alphaModFix/>
          </a:blip>
          <a:srcRect b="719" l="0" r="0" t="719"/>
          <a:stretch/>
        </p:blipFill>
        <p:spPr>
          <a:xfrm>
            <a:off x="360900" y="360000"/>
            <a:ext cx="2812250" cy="431550"/>
          </a:xfrm>
          <a:prstGeom prst="rect">
            <a:avLst/>
          </a:prstGeom>
          <a:noFill/>
          <a:ln>
            <a:noFill/>
          </a:ln>
        </p:spPr>
      </p:pic>
      <p:sp>
        <p:nvSpPr>
          <p:cNvPr id="18" name="Google Shape;18;p3"/>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ith titles">
  <p:cSld name="SECTION_HEADER_1">
    <p:bg>
      <p:bgPr>
        <a:blipFill>
          <a:blip r:embed="rId2">
            <a:alphaModFix/>
          </a:blip>
          <a:stretch>
            <a:fillRect/>
          </a:stretch>
        </a:blipFill>
      </p:bgPr>
    </p:bg>
    <p:spTree>
      <p:nvGrpSpPr>
        <p:cNvPr id="19" name="Shape 19"/>
        <p:cNvGrpSpPr/>
        <p:nvPr/>
      </p:nvGrpSpPr>
      <p:grpSpPr>
        <a:xfrm>
          <a:off x="0" y="0"/>
          <a:ext cx="0" cy="0"/>
          <a:chOff x="0" y="0"/>
          <a:chExt cx="0" cy="0"/>
        </a:xfrm>
      </p:grpSpPr>
      <p:sp>
        <p:nvSpPr>
          <p:cNvPr id="20" name="Google Shape;20;p4"/>
          <p:cNvSpPr txBox="1"/>
          <p:nvPr>
            <p:ph idx="1" type="body"/>
          </p:nvPr>
        </p:nvSpPr>
        <p:spPr>
          <a:xfrm>
            <a:off x="911700" y="1044800"/>
            <a:ext cx="35697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1" name="Google Shape;21;p4"/>
          <p:cNvSpPr txBox="1"/>
          <p:nvPr>
            <p:ph idx="2" type="body"/>
          </p:nvPr>
        </p:nvSpPr>
        <p:spPr>
          <a:xfrm>
            <a:off x="360900" y="1044800"/>
            <a:ext cx="5508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2" name="Google Shape;22;p4"/>
          <p:cNvSpPr txBox="1"/>
          <p:nvPr>
            <p:ph idx="3" type="body"/>
          </p:nvPr>
        </p:nvSpPr>
        <p:spPr>
          <a:xfrm>
            <a:off x="912550" y="1692900"/>
            <a:ext cx="35697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3" name="Google Shape;23;p4"/>
          <p:cNvSpPr txBox="1"/>
          <p:nvPr>
            <p:ph idx="4" type="body"/>
          </p:nvPr>
        </p:nvSpPr>
        <p:spPr>
          <a:xfrm>
            <a:off x="361750" y="1692900"/>
            <a:ext cx="5508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4" name="Google Shape;24;p4"/>
          <p:cNvSpPr txBox="1"/>
          <p:nvPr>
            <p:ph idx="5" type="body"/>
          </p:nvPr>
        </p:nvSpPr>
        <p:spPr>
          <a:xfrm>
            <a:off x="912550" y="2341000"/>
            <a:ext cx="35697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5" name="Google Shape;25;p4"/>
          <p:cNvSpPr txBox="1"/>
          <p:nvPr>
            <p:ph idx="6" type="body"/>
          </p:nvPr>
        </p:nvSpPr>
        <p:spPr>
          <a:xfrm>
            <a:off x="361750" y="2341000"/>
            <a:ext cx="5508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6" name="Google Shape;26;p4"/>
          <p:cNvSpPr txBox="1"/>
          <p:nvPr>
            <p:ph idx="7" type="body"/>
          </p:nvPr>
        </p:nvSpPr>
        <p:spPr>
          <a:xfrm>
            <a:off x="911700" y="2989100"/>
            <a:ext cx="35697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7" name="Google Shape;27;p4"/>
          <p:cNvSpPr txBox="1"/>
          <p:nvPr>
            <p:ph idx="8" type="body"/>
          </p:nvPr>
        </p:nvSpPr>
        <p:spPr>
          <a:xfrm>
            <a:off x="360900" y="2989100"/>
            <a:ext cx="5508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8" name="Google Shape;28;p4"/>
          <p:cNvSpPr txBox="1"/>
          <p:nvPr>
            <p:ph idx="9" type="body"/>
          </p:nvPr>
        </p:nvSpPr>
        <p:spPr>
          <a:xfrm>
            <a:off x="911700" y="3637200"/>
            <a:ext cx="35697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29" name="Google Shape;29;p4"/>
          <p:cNvSpPr txBox="1"/>
          <p:nvPr>
            <p:ph idx="13" type="body"/>
          </p:nvPr>
        </p:nvSpPr>
        <p:spPr>
          <a:xfrm>
            <a:off x="360900" y="3637200"/>
            <a:ext cx="5508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30" name="Google Shape;30;p4"/>
          <p:cNvSpPr txBox="1"/>
          <p:nvPr>
            <p:ph idx="14" type="body"/>
          </p:nvPr>
        </p:nvSpPr>
        <p:spPr>
          <a:xfrm>
            <a:off x="911700" y="4285300"/>
            <a:ext cx="35697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sp>
        <p:nvSpPr>
          <p:cNvPr id="31" name="Google Shape;31;p4"/>
          <p:cNvSpPr txBox="1"/>
          <p:nvPr>
            <p:ph idx="15" type="body"/>
          </p:nvPr>
        </p:nvSpPr>
        <p:spPr>
          <a:xfrm>
            <a:off x="360900" y="4285300"/>
            <a:ext cx="550800" cy="4650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chemeClr val="lt1"/>
              </a:buClr>
              <a:buSzPts val="1600"/>
              <a:buChar char="●"/>
              <a:defRPr b="1" sz="1600">
                <a:solidFill>
                  <a:schemeClr val="lt1"/>
                </a:solidFill>
              </a:defRPr>
            </a:lvl1pPr>
            <a:lvl2pPr indent="-304800" lvl="1" marL="914400" rtl="0">
              <a:spcBef>
                <a:spcPts val="0"/>
              </a:spcBef>
              <a:spcAft>
                <a:spcPts val="0"/>
              </a:spcAft>
              <a:buClr>
                <a:schemeClr val="lt1"/>
              </a:buClr>
              <a:buSzPts val="1200"/>
              <a:buChar char="○"/>
              <a:defRPr b="1">
                <a:solidFill>
                  <a:schemeClr val="lt1"/>
                </a:solidFill>
              </a:defRPr>
            </a:lvl2pPr>
            <a:lvl3pPr indent="-304800" lvl="2" marL="1371600" rtl="0">
              <a:spcBef>
                <a:spcPts val="0"/>
              </a:spcBef>
              <a:spcAft>
                <a:spcPts val="0"/>
              </a:spcAft>
              <a:buClr>
                <a:schemeClr val="lt1"/>
              </a:buClr>
              <a:buSzPts val="1200"/>
              <a:buChar char="■"/>
              <a:defRPr b="1">
                <a:solidFill>
                  <a:schemeClr val="lt1"/>
                </a:solidFill>
              </a:defRPr>
            </a:lvl3pPr>
            <a:lvl4pPr indent="-317500" lvl="3" marL="1828800" rtl="0">
              <a:spcBef>
                <a:spcPts val="0"/>
              </a:spcBef>
              <a:spcAft>
                <a:spcPts val="0"/>
              </a:spcAft>
              <a:buClr>
                <a:schemeClr val="lt1"/>
              </a:buClr>
              <a:buSzPts val="1400"/>
              <a:buChar char="●"/>
              <a:defRPr b="1">
                <a:solidFill>
                  <a:schemeClr val="lt1"/>
                </a:solidFill>
              </a:defRPr>
            </a:lvl4pPr>
            <a:lvl5pPr indent="-304800" lvl="4" marL="2286000" rtl="0">
              <a:spcBef>
                <a:spcPts val="0"/>
              </a:spcBef>
              <a:spcAft>
                <a:spcPts val="0"/>
              </a:spcAft>
              <a:buClr>
                <a:schemeClr val="lt1"/>
              </a:buClr>
              <a:buSzPts val="1200"/>
              <a:buChar char="○"/>
              <a:defRPr b="1">
                <a:solidFill>
                  <a:schemeClr val="lt1"/>
                </a:solidFill>
              </a:defRPr>
            </a:lvl5pPr>
            <a:lvl6pPr indent="-304800" lvl="5" marL="2743200" rtl="0">
              <a:spcBef>
                <a:spcPts val="0"/>
              </a:spcBef>
              <a:spcAft>
                <a:spcPts val="0"/>
              </a:spcAft>
              <a:buClr>
                <a:schemeClr val="lt1"/>
              </a:buClr>
              <a:buSzPts val="1200"/>
              <a:buChar char="■"/>
              <a:defRPr b="1">
                <a:solidFill>
                  <a:schemeClr val="lt1"/>
                </a:solidFill>
              </a:defRPr>
            </a:lvl6pPr>
            <a:lvl7pPr indent="-304800" lvl="6" marL="3200400" rtl="0">
              <a:spcBef>
                <a:spcPts val="0"/>
              </a:spcBef>
              <a:spcAft>
                <a:spcPts val="0"/>
              </a:spcAft>
              <a:buClr>
                <a:schemeClr val="lt1"/>
              </a:buClr>
              <a:buSzPts val="1200"/>
              <a:buChar char="●"/>
              <a:defRPr b="1">
                <a:solidFill>
                  <a:schemeClr val="lt1"/>
                </a:solidFill>
              </a:defRPr>
            </a:lvl7pPr>
            <a:lvl8pPr indent="-304800" lvl="7" marL="3657600" rtl="0">
              <a:spcBef>
                <a:spcPts val="0"/>
              </a:spcBef>
              <a:spcAft>
                <a:spcPts val="0"/>
              </a:spcAft>
              <a:buClr>
                <a:schemeClr val="lt1"/>
              </a:buClr>
              <a:buSzPts val="1200"/>
              <a:buChar char="○"/>
              <a:defRPr b="1">
                <a:solidFill>
                  <a:schemeClr val="lt1"/>
                </a:solidFill>
              </a:defRPr>
            </a:lvl8pPr>
            <a:lvl9pPr indent="-304800" lvl="8" marL="4114800" rtl="0">
              <a:spcBef>
                <a:spcPts val="0"/>
              </a:spcBef>
              <a:spcAft>
                <a:spcPts val="0"/>
              </a:spcAft>
              <a:buClr>
                <a:schemeClr val="lt1"/>
              </a:buClr>
              <a:buSzPts val="1200"/>
              <a:buChar char="■"/>
              <a:defRPr b="1">
                <a:solidFill>
                  <a:schemeClr val="lt1"/>
                </a:solidFill>
              </a:defRPr>
            </a:lvl9pPr>
          </a:lstStyle>
          <a:p/>
        </p:txBody>
      </p:sp>
      <p:pic>
        <p:nvPicPr>
          <p:cNvPr id="32" name="Google Shape;32;p4"/>
          <p:cNvPicPr preferRelativeResize="0"/>
          <p:nvPr/>
        </p:nvPicPr>
        <p:blipFill rotWithShape="1">
          <a:blip r:embed="rId3">
            <a:alphaModFix/>
          </a:blip>
          <a:srcRect b="719" l="0" r="0" t="719"/>
          <a:stretch/>
        </p:blipFill>
        <p:spPr>
          <a:xfrm>
            <a:off x="360900" y="360000"/>
            <a:ext cx="2812250" cy="431550"/>
          </a:xfrm>
          <a:prstGeom prst="rect">
            <a:avLst/>
          </a:prstGeom>
          <a:noFill/>
          <a:ln>
            <a:noFill/>
          </a:ln>
        </p:spPr>
      </p:pic>
      <p:sp>
        <p:nvSpPr>
          <p:cNvPr id="33" name="Google Shape;33;p4"/>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951">
          <p15:clr>
            <a:srgbClr val="FA7B17"/>
          </p15:clr>
        </p15:guide>
        <p15:guide id="2" pos="574">
          <p15:clr>
            <a:srgbClr val="FA7B17"/>
          </p15:clr>
        </p15:guide>
        <p15:guide id="3" orient="horz" pos="1067">
          <p15:clr>
            <a:srgbClr val="FA7B17"/>
          </p15:clr>
        </p15:guide>
        <p15:guide id="4" orient="horz" pos="1359">
          <p15:clr>
            <a:srgbClr val="FA7B17"/>
          </p15:clr>
        </p15:guide>
        <p15:guide id="5" orient="horz" pos="1475">
          <p15:clr>
            <a:srgbClr val="FA7B17"/>
          </p15:clr>
        </p15:guide>
        <p15:guide id="6" orient="horz" pos="1766">
          <p15:clr>
            <a:srgbClr val="FA7B17"/>
          </p15:clr>
        </p15:guide>
        <p15:guide id="7" orient="horz" pos="1882">
          <p15:clr>
            <a:srgbClr val="FA7B17"/>
          </p15:clr>
        </p15:guide>
        <p15:guide id="8" orient="horz" pos="2175">
          <p15:clr>
            <a:srgbClr val="FA7B17"/>
          </p15:clr>
        </p15:guide>
        <p15:guide id="9" orient="horz" pos="2291">
          <p15:clr>
            <a:srgbClr val="FA7B17"/>
          </p15:clr>
        </p15:guide>
        <p15:guide id="10" orient="horz" pos="2584">
          <p15:clr>
            <a:srgbClr val="FA7B17"/>
          </p15:clr>
        </p15:guide>
        <p15:guide id="11" orient="horz" pos="2700">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type="tx">
  <p:cSld name="TITLE_AND_BODY">
    <p:spTree>
      <p:nvGrpSpPr>
        <p:cNvPr id="34" name="Shape 34"/>
        <p:cNvGrpSpPr/>
        <p:nvPr/>
      </p:nvGrpSpPr>
      <p:grpSpPr>
        <a:xfrm>
          <a:off x="0" y="0"/>
          <a:ext cx="0" cy="0"/>
          <a:chOff x="0" y="0"/>
          <a:chExt cx="0" cy="0"/>
        </a:xfrm>
      </p:grpSpPr>
      <p:sp>
        <p:nvSpPr>
          <p:cNvPr id="35" name="Google Shape;35;p5"/>
          <p:cNvSpPr txBox="1"/>
          <p:nvPr>
            <p:ph idx="1" type="body"/>
          </p:nvPr>
        </p:nvSpPr>
        <p:spPr>
          <a:xfrm>
            <a:off x="361750" y="1044800"/>
            <a:ext cx="8424000" cy="3720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 name="Google Shape;36;p5"/>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37" name="Google Shape;37;p5"/>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pic>
        <p:nvPicPr>
          <p:cNvPr id="38" name="Google Shape;38;p5"/>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
        <p:nvSpPr>
          <p:cNvPr id="39" name="Google Shape;39;p5"/>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40" name="Shape 40"/>
        <p:cNvGrpSpPr/>
        <p:nvPr/>
      </p:nvGrpSpPr>
      <p:grpSpPr>
        <a:xfrm>
          <a:off x="0" y="0"/>
          <a:ext cx="0" cy="0"/>
          <a:chOff x="0" y="0"/>
          <a:chExt cx="0" cy="0"/>
        </a:xfrm>
      </p:grpSpPr>
      <p:sp>
        <p:nvSpPr>
          <p:cNvPr id="41" name="Google Shape;41;p6"/>
          <p:cNvSpPr txBox="1"/>
          <p:nvPr>
            <p:ph idx="1" type="body"/>
          </p:nvPr>
        </p:nvSpPr>
        <p:spPr>
          <a:xfrm>
            <a:off x="361750" y="1044800"/>
            <a:ext cx="4119600" cy="372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 name="Google Shape;42;p6"/>
          <p:cNvSpPr txBox="1"/>
          <p:nvPr>
            <p:ph idx="2" type="body"/>
          </p:nvPr>
        </p:nvSpPr>
        <p:spPr>
          <a:xfrm>
            <a:off x="4661700" y="1044800"/>
            <a:ext cx="4119600" cy="372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 name="Google Shape;43;p6"/>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44" name="Google Shape;44;p6"/>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45" name="Google Shape;45;p6"/>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46" name="Google Shape;46;p6"/>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pos="2823">
          <p15:clr>
            <a:srgbClr val="FA7B17"/>
          </p15:clr>
        </p15:guide>
        <p15:guide id="2" pos="2937">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6 columns | 2 rows">
  <p:cSld name="TITLE_AND_TWO_COLUMNS_4">
    <p:spTree>
      <p:nvGrpSpPr>
        <p:cNvPr id="47" name="Shape 47"/>
        <p:cNvGrpSpPr/>
        <p:nvPr/>
      </p:nvGrpSpPr>
      <p:grpSpPr>
        <a:xfrm>
          <a:off x="0" y="0"/>
          <a:ext cx="0" cy="0"/>
          <a:chOff x="0" y="0"/>
          <a:chExt cx="0" cy="0"/>
        </a:xfrm>
      </p:grpSpPr>
      <p:sp>
        <p:nvSpPr>
          <p:cNvPr id="48" name="Google Shape;48;p7"/>
          <p:cNvSpPr txBox="1"/>
          <p:nvPr>
            <p:ph idx="1" type="body"/>
          </p:nvPr>
        </p:nvSpPr>
        <p:spPr>
          <a:xfrm>
            <a:off x="361750" y="104480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49" name="Google Shape;49;p7"/>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50" name="Google Shape;50;p7"/>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51" name="Google Shape;51;p7"/>
          <p:cNvSpPr txBox="1"/>
          <p:nvPr>
            <p:ph idx="3" type="body"/>
          </p:nvPr>
        </p:nvSpPr>
        <p:spPr>
          <a:xfrm>
            <a:off x="361750" y="300245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2" name="Google Shape;52;p7"/>
          <p:cNvSpPr txBox="1"/>
          <p:nvPr>
            <p:ph idx="4" type="body"/>
          </p:nvPr>
        </p:nvSpPr>
        <p:spPr>
          <a:xfrm>
            <a:off x="1799787" y="104480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3" name="Google Shape;53;p7"/>
          <p:cNvSpPr txBox="1"/>
          <p:nvPr>
            <p:ph idx="5" type="body"/>
          </p:nvPr>
        </p:nvSpPr>
        <p:spPr>
          <a:xfrm>
            <a:off x="1799787" y="300245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4" name="Google Shape;54;p7"/>
          <p:cNvSpPr txBox="1"/>
          <p:nvPr>
            <p:ph idx="6" type="body"/>
          </p:nvPr>
        </p:nvSpPr>
        <p:spPr>
          <a:xfrm>
            <a:off x="3230204" y="104480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5" name="Google Shape;55;p7"/>
          <p:cNvSpPr txBox="1"/>
          <p:nvPr>
            <p:ph idx="7" type="body"/>
          </p:nvPr>
        </p:nvSpPr>
        <p:spPr>
          <a:xfrm>
            <a:off x="3230204" y="300245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6" name="Google Shape;56;p7"/>
          <p:cNvSpPr txBox="1"/>
          <p:nvPr>
            <p:ph idx="8" type="body"/>
          </p:nvPr>
        </p:nvSpPr>
        <p:spPr>
          <a:xfrm>
            <a:off x="4660637" y="104480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7" name="Google Shape;57;p7"/>
          <p:cNvSpPr txBox="1"/>
          <p:nvPr>
            <p:ph idx="9" type="body"/>
          </p:nvPr>
        </p:nvSpPr>
        <p:spPr>
          <a:xfrm>
            <a:off x="4660637" y="300245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8" name="Google Shape;58;p7"/>
          <p:cNvSpPr txBox="1"/>
          <p:nvPr>
            <p:ph idx="13" type="body"/>
          </p:nvPr>
        </p:nvSpPr>
        <p:spPr>
          <a:xfrm>
            <a:off x="6098662" y="104480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59" name="Google Shape;59;p7"/>
          <p:cNvSpPr txBox="1"/>
          <p:nvPr>
            <p:ph idx="14" type="body"/>
          </p:nvPr>
        </p:nvSpPr>
        <p:spPr>
          <a:xfrm>
            <a:off x="6098662" y="300245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0" name="Google Shape;60;p7"/>
          <p:cNvSpPr txBox="1"/>
          <p:nvPr>
            <p:ph idx="15" type="body"/>
          </p:nvPr>
        </p:nvSpPr>
        <p:spPr>
          <a:xfrm>
            <a:off x="7529100" y="104480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1" name="Google Shape;61;p7"/>
          <p:cNvSpPr txBox="1"/>
          <p:nvPr>
            <p:ph idx="16" type="body"/>
          </p:nvPr>
        </p:nvSpPr>
        <p:spPr>
          <a:xfrm>
            <a:off x="7529100" y="3002450"/>
            <a:ext cx="12528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2" name="Google Shape;62;p7"/>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63" name="Google Shape;63;p7"/>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pos="2823">
          <p15:clr>
            <a:srgbClr val="FA7B17"/>
          </p15:clr>
        </p15:guide>
        <p15:guide id="2" pos="2937">
          <p15:clr>
            <a:srgbClr val="FA7B17"/>
          </p15:clr>
        </p15:guide>
        <p15:guide id="3" pos="1016">
          <p15:clr>
            <a:srgbClr val="FA7B17"/>
          </p15:clr>
        </p15:guide>
        <p15:guide id="4" pos="1131">
          <p15:clr>
            <a:srgbClr val="FA7B17"/>
          </p15:clr>
        </p15:guide>
        <p15:guide id="5" pos="1920">
          <p15:clr>
            <a:srgbClr val="FA7B17"/>
          </p15:clr>
        </p15:guide>
        <p15:guide id="6" pos="2034">
          <p15:clr>
            <a:srgbClr val="FA7B17"/>
          </p15:clr>
        </p15:guide>
        <p15:guide id="7" pos="3726">
          <p15:clr>
            <a:srgbClr val="FA7B17"/>
          </p15:clr>
        </p15:guide>
        <p15:guide id="8" pos="4630">
          <p15:clr>
            <a:srgbClr val="FA7B17"/>
          </p15:clr>
        </p15:guide>
        <p15:guide id="9" pos="4744">
          <p15:clr>
            <a:srgbClr val="FA7B17"/>
          </p15:clr>
        </p15:guide>
        <p15:guide id="10" orient="horz" pos="1776">
          <p15:clr>
            <a:srgbClr val="FA7B17"/>
          </p15:clr>
        </p15:guide>
        <p15:guide id="11" orient="horz" pos="1890">
          <p15:clr>
            <a:srgbClr val="FA7B17"/>
          </p15:clr>
        </p15:guide>
        <p15:guide id="12" pos="3841">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6 columns | 3 rows">
  <p:cSld name="TITLE_AND_TWO_COLUMNS_4_1">
    <p:spTree>
      <p:nvGrpSpPr>
        <p:cNvPr id="64" name="Shape 64"/>
        <p:cNvGrpSpPr/>
        <p:nvPr/>
      </p:nvGrpSpPr>
      <p:grpSpPr>
        <a:xfrm>
          <a:off x="0" y="0"/>
          <a:ext cx="0" cy="0"/>
          <a:chOff x="0" y="0"/>
          <a:chExt cx="0" cy="0"/>
        </a:xfrm>
      </p:grpSpPr>
      <p:sp>
        <p:nvSpPr>
          <p:cNvPr id="65" name="Google Shape;65;p8"/>
          <p:cNvSpPr txBox="1"/>
          <p:nvPr>
            <p:ph idx="1" type="body"/>
          </p:nvPr>
        </p:nvSpPr>
        <p:spPr>
          <a:xfrm>
            <a:off x="361750" y="10448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6" name="Google Shape;66;p8"/>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67" name="Google Shape;67;p8"/>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68" name="Google Shape;68;p8"/>
          <p:cNvSpPr txBox="1"/>
          <p:nvPr>
            <p:ph idx="3" type="body"/>
          </p:nvPr>
        </p:nvSpPr>
        <p:spPr>
          <a:xfrm>
            <a:off x="361750" y="235055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69" name="Google Shape;69;p8"/>
          <p:cNvSpPr txBox="1"/>
          <p:nvPr>
            <p:ph idx="4" type="body"/>
          </p:nvPr>
        </p:nvSpPr>
        <p:spPr>
          <a:xfrm>
            <a:off x="361750" y="36563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0" name="Google Shape;70;p8"/>
          <p:cNvSpPr txBox="1"/>
          <p:nvPr>
            <p:ph idx="5" type="body"/>
          </p:nvPr>
        </p:nvSpPr>
        <p:spPr>
          <a:xfrm>
            <a:off x="1795800" y="10448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1" name="Google Shape;71;p8"/>
          <p:cNvSpPr txBox="1"/>
          <p:nvPr>
            <p:ph idx="6" type="body"/>
          </p:nvPr>
        </p:nvSpPr>
        <p:spPr>
          <a:xfrm>
            <a:off x="1795800" y="235055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2" name="Google Shape;72;p8"/>
          <p:cNvSpPr txBox="1"/>
          <p:nvPr>
            <p:ph idx="7" type="body"/>
          </p:nvPr>
        </p:nvSpPr>
        <p:spPr>
          <a:xfrm>
            <a:off x="1795800" y="36563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3" name="Google Shape;73;p8"/>
          <p:cNvSpPr txBox="1"/>
          <p:nvPr>
            <p:ph idx="8" type="body"/>
          </p:nvPr>
        </p:nvSpPr>
        <p:spPr>
          <a:xfrm>
            <a:off x="3229850" y="10448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4" name="Google Shape;74;p8"/>
          <p:cNvSpPr txBox="1"/>
          <p:nvPr>
            <p:ph idx="9" type="body"/>
          </p:nvPr>
        </p:nvSpPr>
        <p:spPr>
          <a:xfrm>
            <a:off x="3229850" y="235055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5" name="Google Shape;75;p8"/>
          <p:cNvSpPr txBox="1"/>
          <p:nvPr>
            <p:ph idx="13" type="body"/>
          </p:nvPr>
        </p:nvSpPr>
        <p:spPr>
          <a:xfrm>
            <a:off x="3229850" y="36563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6" name="Google Shape;76;p8"/>
          <p:cNvSpPr txBox="1"/>
          <p:nvPr>
            <p:ph idx="14" type="body"/>
          </p:nvPr>
        </p:nvSpPr>
        <p:spPr>
          <a:xfrm>
            <a:off x="4663900" y="10448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7" name="Google Shape;77;p8"/>
          <p:cNvSpPr txBox="1"/>
          <p:nvPr>
            <p:ph idx="15" type="body"/>
          </p:nvPr>
        </p:nvSpPr>
        <p:spPr>
          <a:xfrm>
            <a:off x="4663900" y="235055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8" name="Google Shape;78;p8"/>
          <p:cNvSpPr txBox="1"/>
          <p:nvPr>
            <p:ph idx="16" type="body"/>
          </p:nvPr>
        </p:nvSpPr>
        <p:spPr>
          <a:xfrm>
            <a:off x="4663900" y="36563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79" name="Google Shape;79;p8"/>
          <p:cNvSpPr txBox="1"/>
          <p:nvPr>
            <p:ph idx="17" type="body"/>
          </p:nvPr>
        </p:nvSpPr>
        <p:spPr>
          <a:xfrm>
            <a:off x="6097950" y="10448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0" name="Google Shape;80;p8"/>
          <p:cNvSpPr txBox="1"/>
          <p:nvPr>
            <p:ph idx="18" type="body"/>
          </p:nvPr>
        </p:nvSpPr>
        <p:spPr>
          <a:xfrm>
            <a:off x="6097950" y="235055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1" name="Google Shape;81;p8"/>
          <p:cNvSpPr txBox="1"/>
          <p:nvPr>
            <p:ph idx="19" type="body"/>
          </p:nvPr>
        </p:nvSpPr>
        <p:spPr>
          <a:xfrm>
            <a:off x="6097950" y="36563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2" name="Google Shape;82;p8"/>
          <p:cNvSpPr txBox="1"/>
          <p:nvPr>
            <p:ph idx="20" type="body"/>
          </p:nvPr>
        </p:nvSpPr>
        <p:spPr>
          <a:xfrm>
            <a:off x="7532000" y="10448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3" name="Google Shape;83;p8"/>
          <p:cNvSpPr txBox="1"/>
          <p:nvPr>
            <p:ph idx="21" type="body"/>
          </p:nvPr>
        </p:nvSpPr>
        <p:spPr>
          <a:xfrm>
            <a:off x="7532000" y="235055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4" name="Google Shape;84;p8"/>
          <p:cNvSpPr txBox="1"/>
          <p:nvPr>
            <p:ph idx="22" type="body"/>
          </p:nvPr>
        </p:nvSpPr>
        <p:spPr>
          <a:xfrm>
            <a:off x="7532000" y="3656300"/>
            <a:ext cx="1252800" cy="1122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5" name="Google Shape;85;p8"/>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86" name="Google Shape;86;p8"/>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pos="2823">
          <p15:clr>
            <a:srgbClr val="FA7B17"/>
          </p15:clr>
        </p15:guide>
        <p15:guide id="2" pos="2937">
          <p15:clr>
            <a:srgbClr val="FA7B17"/>
          </p15:clr>
        </p15:guide>
        <p15:guide id="3" pos="1016">
          <p15:clr>
            <a:srgbClr val="FA7B17"/>
          </p15:clr>
        </p15:guide>
        <p15:guide id="4" pos="1131">
          <p15:clr>
            <a:srgbClr val="FA7B17"/>
          </p15:clr>
        </p15:guide>
        <p15:guide id="5" pos="1920">
          <p15:clr>
            <a:srgbClr val="FA7B17"/>
          </p15:clr>
        </p15:guide>
        <p15:guide id="6" pos="2034">
          <p15:clr>
            <a:srgbClr val="FA7B17"/>
          </p15:clr>
        </p15:guide>
        <p15:guide id="7" pos="3726">
          <p15:clr>
            <a:srgbClr val="FA7B17"/>
          </p15:clr>
        </p15:guide>
        <p15:guide id="8" pos="4630">
          <p15:clr>
            <a:srgbClr val="FA7B17"/>
          </p15:clr>
        </p15:guide>
        <p15:guide id="9" pos="4744">
          <p15:clr>
            <a:srgbClr val="FA7B17"/>
          </p15:clr>
        </p15:guide>
        <p15:guide id="10" orient="horz" pos="1365">
          <p15:clr>
            <a:srgbClr val="FA7B17"/>
          </p15:clr>
        </p15:guide>
        <p15:guide id="11" orient="horz" pos="1480">
          <p15:clr>
            <a:srgbClr val="FA7B17"/>
          </p15:clr>
        </p15:guide>
        <p15:guide id="12" pos="3841">
          <p15:clr>
            <a:srgbClr val="FA7B17"/>
          </p15:clr>
        </p15:guide>
        <p15:guide id="13" orient="horz" pos="2188">
          <p15:clr>
            <a:srgbClr val="FA7B17"/>
          </p15:clr>
        </p15:guide>
        <p15:guide id="14" orient="horz" pos="2302">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3">
    <p:spTree>
      <p:nvGrpSpPr>
        <p:cNvPr id="87" name="Shape 87"/>
        <p:cNvGrpSpPr/>
        <p:nvPr/>
      </p:nvGrpSpPr>
      <p:grpSpPr>
        <a:xfrm>
          <a:off x="0" y="0"/>
          <a:ext cx="0" cy="0"/>
          <a:chOff x="0" y="0"/>
          <a:chExt cx="0" cy="0"/>
        </a:xfrm>
      </p:grpSpPr>
      <p:sp>
        <p:nvSpPr>
          <p:cNvPr id="88" name="Google Shape;88;p9"/>
          <p:cNvSpPr txBox="1"/>
          <p:nvPr>
            <p:ph idx="1" type="body"/>
          </p:nvPr>
        </p:nvSpPr>
        <p:spPr>
          <a:xfrm>
            <a:off x="361750" y="1044800"/>
            <a:ext cx="2687400" cy="372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89" name="Google Shape;89;p9"/>
          <p:cNvSpPr txBox="1"/>
          <p:nvPr>
            <p:ph idx="2" type="body"/>
          </p:nvPr>
        </p:nvSpPr>
        <p:spPr>
          <a:xfrm>
            <a:off x="6093900" y="1044800"/>
            <a:ext cx="2687400" cy="372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0" name="Google Shape;90;p9"/>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91" name="Google Shape;91;p9"/>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92" name="Google Shape;92;p9"/>
          <p:cNvSpPr txBox="1"/>
          <p:nvPr>
            <p:ph idx="4" type="body"/>
          </p:nvPr>
        </p:nvSpPr>
        <p:spPr>
          <a:xfrm>
            <a:off x="3227825" y="1044800"/>
            <a:ext cx="2687400" cy="372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3" name="Google Shape;93;p9"/>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94" name="Google Shape;94;p9"/>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pos="1921">
          <p15:clr>
            <a:srgbClr val="FA7B17"/>
          </p15:clr>
        </p15:guide>
        <p15:guide id="2" pos="2033">
          <p15:clr>
            <a:srgbClr val="FA7B17"/>
          </p15:clr>
        </p15:guide>
        <p15:guide id="3" pos="3727">
          <p15:clr>
            <a:srgbClr val="FA7B17"/>
          </p15:clr>
        </p15:guide>
        <p15:guide id="4" pos="3839">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rows">
  <p:cSld name="TITLE_AND_TWO_COLUMNS_2">
    <p:spTree>
      <p:nvGrpSpPr>
        <p:cNvPr id="95" name="Shape 95"/>
        <p:cNvGrpSpPr/>
        <p:nvPr/>
      </p:nvGrpSpPr>
      <p:grpSpPr>
        <a:xfrm>
          <a:off x="0" y="0"/>
          <a:ext cx="0" cy="0"/>
          <a:chOff x="0" y="0"/>
          <a:chExt cx="0" cy="0"/>
        </a:xfrm>
      </p:grpSpPr>
      <p:sp>
        <p:nvSpPr>
          <p:cNvPr id="96" name="Google Shape;96;p10"/>
          <p:cNvSpPr txBox="1"/>
          <p:nvPr>
            <p:ph idx="1" type="body"/>
          </p:nvPr>
        </p:nvSpPr>
        <p:spPr>
          <a:xfrm>
            <a:off x="361750" y="1044800"/>
            <a:ext cx="84240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7" name="Google Shape;97;p10"/>
          <p:cNvSpPr txBox="1"/>
          <p:nvPr>
            <p:ph idx="2" type="body"/>
          </p:nvPr>
        </p:nvSpPr>
        <p:spPr>
          <a:xfrm>
            <a:off x="361750" y="2999600"/>
            <a:ext cx="84240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98" name="Google Shape;98;p10"/>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99" name="Google Shape;99;p10"/>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100" name="Google Shape;100;p10"/>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01" name="Google Shape;101;p10"/>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776">
          <p15:clr>
            <a:srgbClr val="FA7B17"/>
          </p15:clr>
        </p15:guide>
        <p15:guide id="2" orient="horz" pos="1890">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rows">
  <p:cSld name="TITLE_AND_TWO_COLUMNS_2_2">
    <p:spTree>
      <p:nvGrpSpPr>
        <p:cNvPr id="102" name="Shape 102"/>
        <p:cNvGrpSpPr/>
        <p:nvPr/>
      </p:nvGrpSpPr>
      <p:grpSpPr>
        <a:xfrm>
          <a:off x="0" y="0"/>
          <a:ext cx="0" cy="0"/>
          <a:chOff x="0" y="0"/>
          <a:chExt cx="0" cy="0"/>
        </a:xfrm>
      </p:grpSpPr>
      <p:sp>
        <p:nvSpPr>
          <p:cNvPr id="103" name="Google Shape;103;p11"/>
          <p:cNvSpPr txBox="1"/>
          <p:nvPr>
            <p:ph idx="1" type="body"/>
          </p:nvPr>
        </p:nvSpPr>
        <p:spPr>
          <a:xfrm>
            <a:off x="361750" y="1044800"/>
            <a:ext cx="84225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4" name="Google Shape;104;p11"/>
          <p:cNvSpPr txBox="1"/>
          <p:nvPr>
            <p:ph idx="2" type="body"/>
          </p:nvPr>
        </p:nvSpPr>
        <p:spPr>
          <a:xfrm>
            <a:off x="361750" y="3649400"/>
            <a:ext cx="84225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5" name="Google Shape;105;p11"/>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106" name="Google Shape;106;p11"/>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107" name="Google Shape;107;p11"/>
          <p:cNvSpPr txBox="1"/>
          <p:nvPr>
            <p:ph idx="4" type="body"/>
          </p:nvPr>
        </p:nvSpPr>
        <p:spPr>
          <a:xfrm>
            <a:off x="362500" y="2347100"/>
            <a:ext cx="84225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08" name="Google Shape;108;p11"/>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09" name="Google Shape;109;p11"/>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365">
          <p15:clr>
            <a:srgbClr val="FA7B17"/>
          </p15:clr>
        </p15:guide>
        <p15:guide id="2" orient="horz" pos="2299">
          <p15:clr>
            <a:srgbClr val="FA7B17"/>
          </p15:clr>
        </p15:guide>
        <p15:guide id="3" orient="horz" pos="1480">
          <p15:clr>
            <a:srgbClr val="FA7B17"/>
          </p15:clr>
        </p15:guide>
        <p15:guide id="4" orient="horz" pos="2188">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 3 rows">
  <p:cSld name="TITLE_AND_TWO_COLUMNS_2_2_2">
    <p:spTree>
      <p:nvGrpSpPr>
        <p:cNvPr id="110" name="Shape 110"/>
        <p:cNvGrpSpPr/>
        <p:nvPr/>
      </p:nvGrpSpPr>
      <p:grpSpPr>
        <a:xfrm>
          <a:off x="0" y="0"/>
          <a:ext cx="0" cy="0"/>
          <a:chOff x="0" y="0"/>
          <a:chExt cx="0" cy="0"/>
        </a:xfrm>
      </p:grpSpPr>
      <p:sp>
        <p:nvSpPr>
          <p:cNvPr id="111" name="Google Shape;111;p12"/>
          <p:cNvSpPr txBox="1"/>
          <p:nvPr>
            <p:ph idx="1" type="body"/>
          </p:nvPr>
        </p:nvSpPr>
        <p:spPr>
          <a:xfrm>
            <a:off x="361750" y="10448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2" name="Google Shape;112;p12"/>
          <p:cNvSpPr txBox="1"/>
          <p:nvPr>
            <p:ph idx="2" type="body"/>
          </p:nvPr>
        </p:nvSpPr>
        <p:spPr>
          <a:xfrm>
            <a:off x="361750" y="36494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3" name="Google Shape;113;p12"/>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114" name="Google Shape;114;p12"/>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115" name="Google Shape;115;p12"/>
          <p:cNvSpPr txBox="1"/>
          <p:nvPr>
            <p:ph idx="4" type="body"/>
          </p:nvPr>
        </p:nvSpPr>
        <p:spPr>
          <a:xfrm>
            <a:off x="361989" y="23471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6" name="Google Shape;116;p12"/>
          <p:cNvSpPr txBox="1"/>
          <p:nvPr>
            <p:ph idx="5" type="body"/>
          </p:nvPr>
        </p:nvSpPr>
        <p:spPr>
          <a:xfrm>
            <a:off x="3230075" y="10448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7" name="Google Shape;117;p12"/>
          <p:cNvSpPr txBox="1"/>
          <p:nvPr>
            <p:ph idx="6" type="body"/>
          </p:nvPr>
        </p:nvSpPr>
        <p:spPr>
          <a:xfrm>
            <a:off x="3230075" y="36494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8" name="Google Shape;118;p12"/>
          <p:cNvSpPr txBox="1"/>
          <p:nvPr>
            <p:ph idx="7" type="body"/>
          </p:nvPr>
        </p:nvSpPr>
        <p:spPr>
          <a:xfrm>
            <a:off x="3230314" y="23471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19" name="Google Shape;119;p12"/>
          <p:cNvSpPr txBox="1"/>
          <p:nvPr>
            <p:ph idx="8" type="body"/>
          </p:nvPr>
        </p:nvSpPr>
        <p:spPr>
          <a:xfrm>
            <a:off x="6098650" y="10448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0" name="Google Shape;120;p12"/>
          <p:cNvSpPr txBox="1"/>
          <p:nvPr>
            <p:ph idx="9" type="body"/>
          </p:nvPr>
        </p:nvSpPr>
        <p:spPr>
          <a:xfrm>
            <a:off x="6098650" y="36494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1" name="Google Shape;121;p12"/>
          <p:cNvSpPr txBox="1"/>
          <p:nvPr>
            <p:ph idx="13" type="body"/>
          </p:nvPr>
        </p:nvSpPr>
        <p:spPr>
          <a:xfrm>
            <a:off x="6098889" y="23471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2" name="Google Shape;122;p12"/>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23" name="Google Shape;123;p12"/>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365">
          <p15:clr>
            <a:srgbClr val="FA7B17"/>
          </p15:clr>
        </p15:guide>
        <p15:guide id="2" orient="horz" pos="2299">
          <p15:clr>
            <a:srgbClr val="FA7B17"/>
          </p15:clr>
        </p15:guide>
        <p15:guide id="3" orient="horz" pos="1480">
          <p15:clr>
            <a:srgbClr val="FA7B17"/>
          </p15:clr>
        </p15:guide>
        <p15:guide id="4" orient="horz" pos="2188">
          <p15:clr>
            <a:srgbClr val="FA7B17"/>
          </p15:clr>
        </p15:guide>
        <p15:guide id="5" pos="1921">
          <p15:clr>
            <a:srgbClr val="FA7B17"/>
          </p15:clr>
        </p15:guide>
        <p15:guide id="6" pos="2033">
          <p15:clr>
            <a:srgbClr val="FA7B17"/>
          </p15:clr>
        </p15:guide>
        <p15:guide id="7" pos="3727">
          <p15:clr>
            <a:srgbClr val="FA7B17"/>
          </p15:clr>
        </p15:guide>
        <p15:guide id="8" pos="3839">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 4 rows">
  <p:cSld name="TITLE_AND_TWO_COLUMNS_2_2_2_2">
    <p:spTree>
      <p:nvGrpSpPr>
        <p:cNvPr id="124" name="Shape 124"/>
        <p:cNvGrpSpPr/>
        <p:nvPr/>
      </p:nvGrpSpPr>
      <p:grpSpPr>
        <a:xfrm>
          <a:off x="0" y="0"/>
          <a:ext cx="0" cy="0"/>
          <a:chOff x="0" y="0"/>
          <a:chExt cx="0" cy="0"/>
        </a:xfrm>
      </p:grpSpPr>
      <p:sp>
        <p:nvSpPr>
          <p:cNvPr id="125" name="Google Shape;125;p13"/>
          <p:cNvSpPr txBox="1"/>
          <p:nvPr>
            <p:ph idx="1" type="body"/>
          </p:nvPr>
        </p:nvSpPr>
        <p:spPr>
          <a:xfrm>
            <a:off x="361750" y="1044800"/>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6" name="Google Shape;126;p13"/>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127" name="Google Shape;127;p13"/>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128" name="Google Shape;128;p13"/>
          <p:cNvSpPr txBox="1"/>
          <p:nvPr>
            <p:ph idx="3" type="body"/>
          </p:nvPr>
        </p:nvSpPr>
        <p:spPr>
          <a:xfrm>
            <a:off x="3230200" y="1044800"/>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29" name="Google Shape;129;p13"/>
          <p:cNvSpPr txBox="1"/>
          <p:nvPr>
            <p:ph idx="4" type="body"/>
          </p:nvPr>
        </p:nvSpPr>
        <p:spPr>
          <a:xfrm>
            <a:off x="6098650" y="1044800"/>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0" name="Google Shape;130;p13"/>
          <p:cNvSpPr txBox="1"/>
          <p:nvPr>
            <p:ph idx="5" type="body"/>
          </p:nvPr>
        </p:nvSpPr>
        <p:spPr>
          <a:xfrm>
            <a:off x="361750" y="2015943"/>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1" name="Google Shape;131;p13"/>
          <p:cNvSpPr txBox="1"/>
          <p:nvPr>
            <p:ph idx="6" type="body"/>
          </p:nvPr>
        </p:nvSpPr>
        <p:spPr>
          <a:xfrm>
            <a:off x="3230200" y="2015943"/>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2" name="Google Shape;132;p13"/>
          <p:cNvSpPr txBox="1"/>
          <p:nvPr>
            <p:ph idx="7" type="body"/>
          </p:nvPr>
        </p:nvSpPr>
        <p:spPr>
          <a:xfrm>
            <a:off x="6098650" y="2015943"/>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3" name="Google Shape;133;p13"/>
          <p:cNvSpPr txBox="1"/>
          <p:nvPr>
            <p:ph idx="8" type="body"/>
          </p:nvPr>
        </p:nvSpPr>
        <p:spPr>
          <a:xfrm>
            <a:off x="361750" y="3002000"/>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4" name="Google Shape;134;p13"/>
          <p:cNvSpPr txBox="1"/>
          <p:nvPr>
            <p:ph idx="9" type="body"/>
          </p:nvPr>
        </p:nvSpPr>
        <p:spPr>
          <a:xfrm>
            <a:off x="3230200" y="3002000"/>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5" name="Google Shape;135;p13"/>
          <p:cNvSpPr txBox="1"/>
          <p:nvPr>
            <p:ph idx="13" type="body"/>
          </p:nvPr>
        </p:nvSpPr>
        <p:spPr>
          <a:xfrm>
            <a:off x="6098650" y="3002000"/>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6" name="Google Shape;136;p13"/>
          <p:cNvSpPr txBox="1"/>
          <p:nvPr>
            <p:ph idx="14" type="body"/>
          </p:nvPr>
        </p:nvSpPr>
        <p:spPr>
          <a:xfrm>
            <a:off x="361750" y="3980443"/>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7" name="Google Shape;137;p13"/>
          <p:cNvSpPr txBox="1"/>
          <p:nvPr>
            <p:ph idx="15" type="body"/>
          </p:nvPr>
        </p:nvSpPr>
        <p:spPr>
          <a:xfrm>
            <a:off x="3230200" y="3980443"/>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8" name="Google Shape;138;p13"/>
          <p:cNvSpPr txBox="1"/>
          <p:nvPr>
            <p:ph idx="16" type="body"/>
          </p:nvPr>
        </p:nvSpPr>
        <p:spPr>
          <a:xfrm>
            <a:off x="6098650" y="3980443"/>
            <a:ext cx="2687100" cy="79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39" name="Google Shape;139;p13"/>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40" name="Google Shape;140;p13"/>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891">
          <p15:clr>
            <a:srgbClr val="FA7B17"/>
          </p15:clr>
        </p15:guide>
        <p15:guide id="3" orient="horz" pos="1275">
          <p15:clr>
            <a:srgbClr val="FA7B17"/>
          </p15:clr>
        </p15:guide>
        <p15:guide id="4" orient="horz" pos="1776">
          <p15:clr>
            <a:srgbClr val="FA7B17"/>
          </p15:clr>
        </p15:guide>
        <p15:guide id="5" pos="1921">
          <p15:clr>
            <a:srgbClr val="FA7B17"/>
          </p15:clr>
        </p15:guide>
        <p15:guide id="6" pos="2033">
          <p15:clr>
            <a:srgbClr val="FA7B17"/>
          </p15:clr>
        </p15:guide>
        <p15:guide id="7" pos="3727">
          <p15:clr>
            <a:srgbClr val="FA7B17"/>
          </p15:clr>
        </p15:guide>
        <p15:guide id="8" pos="3839">
          <p15:clr>
            <a:srgbClr val="FA7B17"/>
          </p15:clr>
        </p15:guide>
        <p15:guide id="9" orient="horz" pos="2392">
          <p15:clr>
            <a:srgbClr val="FA7B17"/>
          </p15:clr>
        </p15:guide>
        <p15:guide id="10" orient="horz" pos="2507">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 2 rows RH">
  <p:cSld name="TITLE_AND_TWO_COLUMNS_2_2_2_1">
    <p:spTree>
      <p:nvGrpSpPr>
        <p:cNvPr id="141" name="Shape 141"/>
        <p:cNvGrpSpPr/>
        <p:nvPr/>
      </p:nvGrpSpPr>
      <p:grpSpPr>
        <a:xfrm>
          <a:off x="0" y="0"/>
          <a:ext cx="0" cy="0"/>
          <a:chOff x="0" y="0"/>
          <a:chExt cx="0" cy="0"/>
        </a:xfrm>
      </p:grpSpPr>
      <p:sp>
        <p:nvSpPr>
          <p:cNvPr id="142" name="Google Shape;142;p14"/>
          <p:cNvSpPr txBox="1"/>
          <p:nvPr>
            <p:ph idx="1" type="body"/>
          </p:nvPr>
        </p:nvSpPr>
        <p:spPr>
          <a:xfrm>
            <a:off x="361750" y="10448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3" name="Google Shape;143;p14"/>
          <p:cNvSpPr txBox="1"/>
          <p:nvPr>
            <p:ph idx="2" type="body"/>
          </p:nvPr>
        </p:nvSpPr>
        <p:spPr>
          <a:xfrm>
            <a:off x="361750" y="36494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4" name="Google Shape;144;p14"/>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145" name="Google Shape;145;p14"/>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2pPr>
            <a:lvl3pPr lvl="2"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3pPr>
            <a:lvl4pPr lvl="3"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4pPr>
            <a:lvl5pPr lvl="4"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5pPr>
            <a:lvl6pPr lvl="5"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6pPr>
            <a:lvl7pPr lvl="6"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7pPr>
            <a:lvl8pPr lvl="7"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8pPr>
            <a:lvl9pPr lvl="8"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9pPr>
          </a:lstStyle>
          <a:p/>
        </p:txBody>
      </p:sp>
      <p:sp>
        <p:nvSpPr>
          <p:cNvPr id="146" name="Google Shape;146;p14"/>
          <p:cNvSpPr txBox="1"/>
          <p:nvPr>
            <p:ph idx="4" type="body"/>
          </p:nvPr>
        </p:nvSpPr>
        <p:spPr>
          <a:xfrm>
            <a:off x="361989" y="2347100"/>
            <a:ext cx="26871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7" name="Google Shape;147;p14"/>
          <p:cNvSpPr txBox="1"/>
          <p:nvPr>
            <p:ph idx="5" type="body"/>
          </p:nvPr>
        </p:nvSpPr>
        <p:spPr>
          <a:xfrm>
            <a:off x="3230075" y="1044800"/>
            <a:ext cx="5553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8" name="Google Shape;148;p14"/>
          <p:cNvSpPr txBox="1"/>
          <p:nvPr>
            <p:ph idx="6" type="body"/>
          </p:nvPr>
        </p:nvSpPr>
        <p:spPr>
          <a:xfrm>
            <a:off x="3230075" y="3649400"/>
            <a:ext cx="5553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49" name="Google Shape;149;p14"/>
          <p:cNvSpPr txBox="1"/>
          <p:nvPr>
            <p:ph idx="7" type="body"/>
          </p:nvPr>
        </p:nvSpPr>
        <p:spPr>
          <a:xfrm>
            <a:off x="3230336" y="2347100"/>
            <a:ext cx="5553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0" name="Google Shape;150;p14"/>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51" name="Google Shape;151;p14"/>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365">
          <p15:clr>
            <a:srgbClr val="FA7B17"/>
          </p15:clr>
        </p15:guide>
        <p15:guide id="2" orient="horz" pos="2299">
          <p15:clr>
            <a:srgbClr val="FA7B17"/>
          </p15:clr>
        </p15:guide>
        <p15:guide id="3" orient="horz" pos="1480">
          <p15:clr>
            <a:srgbClr val="FA7B17"/>
          </p15:clr>
        </p15:guide>
        <p15:guide id="4" orient="horz" pos="2188">
          <p15:clr>
            <a:srgbClr val="FA7B17"/>
          </p15:clr>
        </p15:guide>
        <p15:guide id="5" pos="1921">
          <p15:clr>
            <a:srgbClr val="FA7B17"/>
          </p15:clr>
        </p15:guide>
        <p15:guide id="6" pos="2033">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 3 rows">
  <p:cSld name="TITLE_AND_TWO_COLUMNS_2_2_1">
    <p:spTree>
      <p:nvGrpSpPr>
        <p:cNvPr id="152" name="Shape 152"/>
        <p:cNvGrpSpPr/>
        <p:nvPr/>
      </p:nvGrpSpPr>
      <p:grpSpPr>
        <a:xfrm>
          <a:off x="0" y="0"/>
          <a:ext cx="0" cy="0"/>
          <a:chOff x="0" y="0"/>
          <a:chExt cx="0" cy="0"/>
        </a:xfrm>
      </p:grpSpPr>
      <p:sp>
        <p:nvSpPr>
          <p:cNvPr id="153" name="Google Shape;153;p15"/>
          <p:cNvSpPr txBox="1"/>
          <p:nvPr>
            <p:ph idx="1" type="body"/>
          </p:nvPr>
        </p:nvSpPr>
        <p:spPr>
          <a:xfrm>
            <a:off x="361750" y="1044800"/>
            <a:ext cx="4119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4" name="Google Shape;154;p15"/>
          <p:cNvSpPr txBox="1"/>
          <p:nvPr>
            <p:ph idx="2" type="body"/>
          </p:nvPr>
        </p:nvSpPr>
        <p:spPr>
          <a:xfrm>
            <a:off x="361750" y="3649400"/>
            <a:ext cx="4119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5" name="Google Shape;155;p15"/>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156" name="Google Shape;156;p15"/>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157" name="Google Shape;157;p15"/>
          <p:cNvSpPr txBox="1"/>
          <p:nvPr>
            <p:ph idx="4" type="body"/>
          </p:nvPr>
        </p:nvSpPr>
        <p:spPr>
          <a:xfrm>
            <a:off x="362500" y="2347100"/>
            <a:ext cx="4119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8" name="Google Shape;158;p15"/>
          <p:cNvSpPr txBox="1"/>
          <p:nvPr>
            <p:ph idx="5" type="body"/>
          </p:nvPr>
        </p:nvSpPr>
        <p:spPr>
          <a:xfrm>
            <a:off x="4664350" y="1042025"/>
            <a:ext cx="4119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59" name="Google Shape;159;p15"/>
          <p:cNvSpPr txBox="1"/>
          <p:nvPr>
            <p:ph idx="6" type="body"/>
          </p:nvPr>
        </p:nvSpPr>
        <p:spPr>
          <a:xfrm>
            <a:off x="4664350" y="2347100"/>
            <a:ext cx="4119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0" name="Google Shape;160;p15"/>
          <p:cNvSpPr txBox="1"/>
          <p:nvPr>
            <p:ph idx="7" type="body"/>
          </p:nvPr>
        </p:nvSpPr>
        <p:spPr>
          <a:xfrm>
            <a:off x="4664350" y="3652175"/>
            <a:ext cx="4119600" cy="1124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1" name="Google Shape;161;p15"/>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62" name="Google Shape;162;p15"/>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365">
          <p15:clr>
            <a:srgbClr val="FA7B17"/>
          </p15:clr>
        </p15:guide>
        <p15:guide id="2" orient="horz" pos="2299">
          <p15:clr>
            <a:srgbClr val="FA7B17"/>
          </p15:clr>
        </p15:guide>
        <p15:guide id="3" orient="horz" pos="1480">
          <p15:clr>
            <a:srgbClr val="FA7B17"/>
          </p15:clr>
        </p15:guide>
        <p15:guide id="4" orient="horz" pos="2188">
          <p15:clr>
            <a:srgbClr val="FA7B17"/>
          </p15:clr>
        </p15:guide>
        <p15:guide id="5" pos="2823">
          <p15:clr>
            <a:srgbClr val="FA7B17"/>
          </p15:clr>
        </p15:guide>
        <p15:guide id="6" pos="2938">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6 rows">
  <p:cSld name="TITLE_AND_TWO_COLUMNS_2_2_1_1_1">
    <p:spTree>
      <p:nvGrpSpPr>
        <p:cNvPr id="163" name="Shape 163"/>
        <p:cNvGrpSpPr/>
        <p:nvPr/>
      </p:nvGrpSpPr>
      <p:grpSpPr>
        <a:xfrm>
          <a:off x="0" y="0"/>
          <a:ext cx="0" cy="0"/>
          <a:chOff x="0" y="0"/>
          <a:chExt cx="0" cy="0"/>
        </a:xfrm>
      </p:grpSpPr>
      <p:sp>
        <p:nvSpPr>
          <p:cNvPr id="164" name="Google Shape;164;p16"/>
          <p:cNvSpPr txBox="1"/>
          <p:nvPr>
            <p:ph idx="1" type="body"/>
          </p:nvPr>
        </p:nvSpPr>
        <p:spPr>
          <a:xfrm>
            <a:off x="361750" y="1044800"/>
            <a:ext cx="84225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5" name="Google Shape;165;p16"/>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166" name="Google Shape;166;p16"/>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167" name="Google Shape;167;p16"/>
          <p:cNvSpPr txBox="1"/>
          <p:nvPr>
            <p:ph idx="3" type="body"/>
          </p:nvPr>
        </p:nvSpPr>
        <p:spPr>
          <a:xfrm>
            <a:off x="362500" y="1695950"/>
            <a:ext cx="8422500" cy="471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8" name="Google Shape;168;p16"/>
          <p:cNvSpPr txBox="1"/>
          <p:nvPr>
            <p:ph idx="4" type="body"/>
          </p:nvPr>
        </p:nvSpPr>
        <p:spPr>
          <a:xfrm>
            <a:off x="362500" y="2347100"/>
            <a:ext cx="84225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69" name="Google Shape;169;p16"/>
          <p:cNvSpPr txBox="1"/>
          <p:nvPr>
            <p:ph idx="5" type="body"/>
          </p:nvPr>
        </p:nvSpPr>
        <p:spPr>
          <a:xfrm>
            <a:off x="360750" y="3007300"/>
            <a:ext cx="84225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0" name="Google Shape;170;p16"/>
          <p:cNvSpPr txBox="1"/>
          <p:nvPr>
            <p:ph idx="6" type="body"/>
          </p:nvPr>
        </p:nvSpPr>
        <p:spPr>
          <a:xfrm>
            <a:off x="360750" y="3649400"/>
            <a:ext cx="84225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1" name="Google Shape;171;p16"/>
          <p:cNvSpPr txBox="1"/>
          <p:nvPr>
            <p:ph idx="7" type="body"/>
          </p:nvPr>
        </p:nvSpPr>
        <p:spPr>
          <a:xfrm>
            <a:off x="360750" y="4308157"/>
            <a:ext cx="84225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2" name="Google Shape;172;p16"/>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73" name="Google Shape;173;p16"/>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365">
          <p15:clr>
            <a:srgbClr val="FA7B17"/>
          </p15:clr>
        </p15:guide>
        <p15:guide id="2" orient="horz" pos="2299">
          <p15:clr>
            <a:srgbClr val="FA7B17"/>
          </p15:clr>
        </p15:guide>
        <p15:guide id="3" orient="horz" pos="1480">
          <p15:clr>
            <a:srgbClr val="FA7B17"/>
          </p15:clr>
        </p15:guide>
        <p15:guide id="4" orient="horz" pos="2188">
          <p15:clr>
            <a:srgbClr val="FA7B17"/>
          </p15:clr>
        </p15:guide>
        <p15:guide id="5" orient="horz" pos="952">
          <p15:clr>
            <a:srgbClr val="FA7B17"/>
          </p15:clr>
        </p15:guide>
        <p15:guide id="6" orient="horz" pos="1070">
          <p15:clr>
            <a:srgbClr val="FA7B17"/>
          </p15:clr>
        </p15:guide>
        <p15:guide id="7" orient="horz" pos="1771">
          <p15:clr>
            <a:srgbClr val="FA7B17"/>
          </p15:clr>
        </p15:guide>
        <p15:guide id="8" orient="horz" pos="1894">
          <p15:clr>
            <a:srgbClr val="FA7B17"/>
          </p15:clr>
        </p15:guide>
        <p15:guide id="9" orient="horz" pos="2593">
          <p15:clr>
            <a:srgbClr val="FA7B17"/>
          </p15:clr>
        </p15:guide>
        <p15:guide id="10" orient="horz" pos="2714">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 6 rows">
  <p:cSld name="TITLE_AND_TWO_COLUMNS_2_2_1_1_1_1">
    <p:spTree>
      <p:nvGrpSpPr>
        <p:cNvPr id="174" name="Shape 174"/>
        <p:cNvGrpSpPr/>
        <p:nvPr/>
      </p:nvGrpSpPr>
      <p:grpSpPr>
        <a:xfrm>
          <a:off x="0" y="0"/>
          <a:ext cx="0" cy="0"/>
          <a:chOff x="0" y="0"/>
          <a:chExt cx="0" cy="0"/>
        </a:xfrm>
      </p:grpSpPr>
      <p:sp>
        <p:nvSpPr>
          <p:cNvPr id="175" name="Google Shape;175;p17"/>
          <p:cNvSpPr txBox="1"/>
          <p:nvPr>
            <p:ph idx="1" type="body"/>
          </p:nvPr>
        </p:nvSpPr>
        <p:spPr>
          <a:xfrm>
            <a:off x="361750" y="1044800"/>
            <a:ext cx="41196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6" name="Google Shape;176;p17"/>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177" name="Google Shape;177;p17"/>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178" name="Google Shape;178;p17"/>
          <p:cNvSpPr txBox="1"/>
          <p:nvPr>
            <p:ph idx="3" type="body"/>
          </p:nvPr>
        </p:nvSpPr>
        <p:spPr>
          <a:xfrm>
            <a:off x="361606" y="1695950"/>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79" name="Google Shape;179;p17"/>
          <p:cNvSpPr txBox="1"/>
          <p:nvPr>
            <p:ph idx="4" type="body"/>
          </p:nvPr>
        </p:nvSpPr>
        <p:spPr>
          <a:xfrm>
            <a:off x="361606" y="2347098"/>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0" name="Google Shape;180;p17"/>
          <p:cNvSpPr txBox="1"/>
          <p:nvPr>
            <p:ph idx="5" type="body"/>
          </p:nvPr>
        </p:nvSpPr>
        <p:spPr>
          <a:xfrm>
            <a:off x="360750" y="3007300"/>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1" name="Google Shape;181;p17"/>
          <p:cNvSpPr txBox="1"/>
          <p:nvPr>
            <p:ph idx="6" type="body"/>
          </p:nvPr>
        </p:nvSpPr>
        <p:spPr>
          <a:xfrm>
            <a:off x="360750" y="3649395"/>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2" name="Google Shape;182;p17"/>
          <p:cNvSpPr txBox="1"/>
          <p:nvPr>
            <p:ph idx="7" type="body"/>
          </p:nvPr>
        </p:nvSpPr>
        <p:spPr>
          <a:xfrm>
            <a:off x="360750" y="4308151"/>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3" name="Google Shape;183;p17"/>
          <p:cNvSpPr txBox="1"/>
          <p:nvPr>
            <p:ph idx="8" type="body"/>
          </p:nvPr>
        </p:nvSpPr>
        <p:spPr>
          <a:xfrm>
            <a:off x="4663750" y="1044800"/>
            <a:ext cx="41196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4" name="Google Shape;184;p17"/>
          <p:cNvSpPr txBox="1"/>
          <p:nvPr>
            <p:ph idx="9" type="body"/>
          </p:nvPr>
        </p:nvSpPr>
        <p:spPr>
          <a:xfrm>
            <a:off x="4663606" y="1695950"/>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5" name="Google Shape;185;p17"/>
          <p:cNvSpPr txBox="1"/>
          <p:nvPr>
            <p:ph idx="13" type="body"/>
          </p:nvPr>
        </p:nvSpPr>
        <p:spPr>
          <a:xfrm>
            <a:off x="4663606" y="2347098"/>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6" name="Google Shape;186;p17"/>
          <p:cNvSpPr txBox="1"/>
          <p:nvPr>
            <p:ph idx="14" type="body"/>
          </p:nvPr>
        </p:nvSpPr>
        <p:spPr>
          <a:xfrm>
            <a:off x="4662750" y="3007300"/>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7" name="Google Shape;187;p17"/>
          <p:cNvSpPr txBox="1"/>
          <p:nvPr>
            <p:ph idx="15" type="body"/>
          </p:nvPr>
        </p:nvSpPr>
        <p:spPr>
          <a:xfrm>
            <a:off x="4662750" y="3649395"/>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8" name="Google Shape;188;p17"/>
          <p:cNvSpPr txBox="1"/>
          <p:nvPr>
            <p:ph idx="16" type="body"/>
          </p:nvPr>
        </p:nvSpPr>
        <p:spPr>
          <a:xfrm>
            <a:off x="4662750" y="4308151"/>
            <a:ext cx="4118700" cy="46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89" name="Google Shape;189;p17"/>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90" name="Google Shape;190;p17"/>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365">
          <p15:clr>
            <a:srgbClr val="FA7B17"/>
          </p15:clr>
        </p15:guide>
        <p15:guide id="2" orient="horz" pos="2299">
          <p15:clr>
            <a:srgbClr val="FA7B17"/>
          </p15:clr>
        </p15:guide>
        <p15:guide id="3" orient="horz" pos="1480">
          <p15:clr>
            <a:srgbClr val="FA7B17"/>
          </p15:clr>
        </p15:guide>
        <p15:guide id="4" orient="horz" pos="2188">
          <p15:clr>
            <a:srgbClr val="FA7B17"/>
          </p15:clr>
        </p15:guide>
        <p15:guide id="5" orient="horz" pos="952">
          <p15:clr>
            <a:srgbClr val="FA7B17"/>
          </p15:clr>
        </p15:guide>
        <p15:guide id="6" orient="horz" pos="1070">
          <p15:clr>
            <a:srgbClr val="FA7B17"/>
          </p15:clr>
        </p15:guide>
        <p15:guide id="7" orient="horz" pos="1771">
          <p15:clr>
            <a:srgbClr val="FA7B17"/>
          </p15:clr>
        </p15:guide>
        <p15:guide id="8" orient="horz" pos="1894">
          <p15:clr>
            <a:srgbClr val="FA7B17"/>
          </p15:clr>
        </p15:guide>
        <p15:guide id="9" orient="horz" pos="2593">
          <p15:clr>
            <a:srgbClr val="FA7B17"/>
          </p15:clr>
        </p15:guide>
        <p15:guide id="10" orient="horz" pos="2714">
          <p15:clr>
            <a:srgbClr val="FA7B17"/>
          </p15:clr>
        </p15:guide>
        <p15:guide id="11" pos="2823">
          <p15:clr>
            <a:srgbClr val="FA7B17"/>
          </p15:clr>
        </p15:guide>
        <p15:guide id="12" pos="2937">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5 rows">
  <p:cSld name="TITLE_AND_TWO_COLUMNS_2_2_1_1_1_2">
    <p:spTree>
      <p:nvGrpSpPr>
        <p:cNvPr id="191" name="Shape 191"/>
        <p:cNvGrpSpPr/>
        <p:nvPr/>
      </p:nvGrpSpPr>
      <p:grpSpPr>
        <a:xfrm>
          <a:off x="0" y="0"/>
          <a:ext cx="0" cy="0"/>
          <a:chOff x="0" y="0"/>
          <a:chExt cx="0" cy="0"/>
        </a:xfrm>
      </p:grpSpPr>
      <p:sp>
        <p:nvSpPr>
          <p:cNvPr id="192" name="Google Shape;192;p18"/>
          <p:cNvSpPr txBox="1"/>
          <p:nvPr>
            <p:ph idx="1" type="body"/>
          </p:nvPr>
        </p:nvSpPr>
        <p:spPr>
          <a:xfrm>
            <a:off x="361750" y="1044800"/>
            <a:ext cx="84225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3" name="Google Shape;193;p18"/>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194" name="Google Shape;194;p18"/>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195" name="Google Shape;195;p18"/>
          <p:cNvSpPr txBox="1"/>
          <p:nvPr>
            <p:ph idx="3" type="body"/>
          </p:nvPr>
        </p:nvSpPr>
        <p:spPr>
          <a:xfrm>
            <a:off x="362500" y="1831400"/>
            <a:ext cx="84225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6" name="Google Shape;196;p18"/>
          <p:cNvSpPr txBox="1"/>
          <p:nvPr>
            <p:ph idx="4" type="body"/>
          </p:nvPr>
        </p:nvSpPr>
        <p:spPr>
          <a:xfrm>
            <a:off x="360750" y="2618000"/>
            <a:ext cx="84225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7" name="Google Shape;197;p18"/>
          <p:cNvSpPr txBox="1"/>
          <p:nvPr>
            <p:ph idx="5" type="body"/>
          </p:nvPr>
        </p:nvSpPr>
        <p:spPr>
          <a:xfrm>
            <a:off x="362500" y="3404600"/>
            <a:ext cx="84225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8" name="Google Shape;198;p18"/>
          <p:cNvSpPr txBox="1"/>
          <p:nvPr>
            <p:ph idx="6" type="body"/>
          </p:nvPr>
        </p:nvSpPr>
        <p:spPr>
          <a:xfrm>
            <a:off x="362500" y="4191200"/>
            <a:ext cx="84225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199" name="Google Shape;199;p18"/>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00" name="Google Shape;200;p18"/>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038">
          <p15:clr>
            <a:srgbClr val="FA7B17"/>
          </p15:clr>
        </p15:guide>
        <p15:guide id="2" orient="horz" pos="1154">
          <p15:clr>
            <a:srgbClr val="FA7B17"/>
          </p15:clr>
        </p15:guide>
        <p15:guide id="3" orient="horz" pos="1534">
          <p15:clr>
            <a:srgbClr val="FA7B17"/>
          </p15:clr>
        </p15:guide>
        <p15:guide id="4" orient="horz" pos="1649">
          <p15:clr>
            <a:srgbClr val="FA7B17"/>
          </p15:clr>
        </p15:guide>
        <p15:guide id="5" orient="horz" pos="2029">
          <p15:clr>
            <a:srgbClr val="FA7B17"/>
          </p15:clr>
        </p15:guide>
        <p15:guide id="6" orient="horz" pos="2145">
          <p15:clr>
            <a:srgbClr val="FA7B17"/>
          </p15:clr>
        </p15:guide>
        <p15:guide id="7" orient="horz" pos="2525">
          <p15:clr>
            <a:srgbClr val="FA7B17"/>
          </p15:clr>
        </p15:guide>
        <p15:guide id="8" orient="horz" pos="2640">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 | 5 rows">
  <p:cSld name="TITLE_AND_TWO_COLUMNS_2_2_1_1_1_2_1">
    <p:spTree>
      <p:nvGrpSpPr>
        <p:cNvPr id="201" name="Shape 201"/>
        <p:cNvGrpSpPr/>
        <p:nvPr/>
      </p:nvGrpSpPr>
      <p:grpSpPr>
        <a:xfrm>
          <a:off x="0" y="0"/>
          <a:ext cx="0" cy="0"/>
          <a:chOff x="0" y="0"/>
          <a:chExt cx="0" cy="0"/>
        </a:xfrm>
      </p:grpSpPr>
      <p:sp>
        <p:nvSpPr>
          <p:cNvPr id="202" name="Google Shape;202;p19"/>
          <p:cNvSpPr txBox="1"/>
          <p:nvPr>
            <p:ph idx="1" type="body"/>
          </p:nvPr>
        </p:nvSpPr>
        <p:spPr>
          <a:xfrm>
            <a:off x="361750" y="1044800"/>
            <a:ext cx="41187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3" name="Google Shape;203;p19"/>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04" name="Google Shape;204;p19"/>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205" name="Google Shape;205;p19"/>
          <p:cNvSpPr txBox="1"/>
          <p:nvPr>
            <p:ph idx="3" type="body"/>
          </p:nvPr>
        </p:nvSpPr>
        <p:spPr>
          <a:xfrm>
            <a:off x="361606" y="1831400"/>
            <a:ext cx="41178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6" name="Google Shape;206;p19"/>
          <p:cNvSpPr txBox="1"/>
          <p:nvPr>
            <p:ph idx="4" type="body"/>
          </p:nvPr>
        </p:nvSpPr>
        <p:spPr>
          <a:xfrm>
            <a:off x="360750" y="2618000"/>
            <a:ext cx="41178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7" name="Google Shape;207;p19"/>
          <p:cNvSpPr txBox="1"/>
          <p:nvPr>
            <p:ph idx="5" type="body"/>
          </p:nvPr>
        </p:nvSpPr>
        <p:spPr>
          <a:xfrm>
            <a:off x="361606" y="3404600"/>
            <a:ext cx="41178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8" name="Google Shape;208;p19"/>
          <p:cNvSpPr txBox="1"/>
          <p:nvPr>
            <p:ph idx="6" type="body"/>
          </p:nvPr>
        </p:nvSpPr>
        <p:spPr>
          <a:xfrm>
            <a:off x="361606" y="4191200"/>
            <a:ext cx="41178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09" name="Google Shape;209;p19"/>
          <p:cNvSpPr txBox="1"/>
          <p:nvPr>
            <p:ph idx="7" type="body"/>
          </p:nvPr>
        </p:nvSpPr>
        <p:spPr>
          <a:xfrm>
            <a:off x="4664500" y="1044800"/>
            <a:ext cx="41187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0" name="Google Shape;210;p19"/>
          <p:cNvSpPr txBox="1"/>
          <p:nvPr>
            <p:ph idx="8" type="body"/>
          </p:nvPr>
        </p:nvSpPr>
        <p:spPr>
          <a:xfrm>
            <a:off x="4664356" y="1831400"/>
            <a:ext cx="41178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1" name="Google Shape;211;p19"/>
          <p:cNvSpPr txBox="1"/>
          <p:nvPr>
            <p:ph idx="9" type="body"/>
          </p:nvPr>
        </p:nvSpPr>
        <p:spPr>
          <a:xfrm>
            <a:off x="4663500" y="2618000"/>
            <a:ext cx="41178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2" name="Google Shape;212;p19"/>
          <p:cNvSpPr txBox="1"/>
          <p:nvPr>
            <p:ph idx="13" type="body"/>
          </p:nvPr>
        </p:nvSpPr>
        <p:spPr>
          <a:xfrm>
            <a:off x="4664356" y="3404600"/>
            <a:ext cx="41178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3" name="Google Shape;213;p19"/>
          <p:cNvSpPr txBox="1"/>
          <p:nvPr>
            <p:ph idx="14" type="body"/>
          </p:nvPr>
        </p:nvSpPr>
        <p:spPr>
          <a:xfrm>
            <a:off x="4664356" y="4191200"/>
            <a:ext cx="4117800" cy="603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4" name="Google Shape;214;p19"/>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15" name="Google Shape;215;p19"/>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038">
          <p15:clr>
            <a:srgbClr val="FA7B17"/>
          </p15:clr>
        </p15:guide>
        <p15:guide id="2" orient="horz" pos="1154">
          <p15:clr>
            <a:srgbClr val="FA7B17"/>
          </p15:clr>
        </p15:guide>
        <p15:guide id="3" orient="horz" pos="1534">
          <p15:clr>
            <a:srgbClr val="FA7B17"/>
          </p15:clr>
        </p15:guide>
        <p15:guide id="4" orient="horz" pos="1649">
          <p15:clr>
            <a:srgbClr val="FA7B17"/>
          </p15:clr>
        </p15:guide>
        <p15:guide id="5" orient="horz" pos="2029">
          <p15:clr>
            <a:srgbClr val="FA7B17"/>
          </p15:clr>
        </p15:guide>
        <p15:guide id="6" orient="horz" pos="2145">
          <p15:clr>
            <a:srgbClr val="FA7B17"/>
          </p15:clr>
        </p15:guide>
        <p15:guide id="7" orient="horz" pos="2525">
          <p15:clr>
            <a:srgbClr val="FA7B17"/>
          </p15:clr>
        </p15:guide>
        <p15:guide id="8" orient="horz" pos="2640">
          <p15:clr>
            <a:srgbClr val="FA7B17"/>
          </p15:clr>
        </p15:guide>
        <p15:guide id="9" pos="2881">
          <p15:clr>
            <a:srgbClr val="FA7B17"/>
          </p15:clr>
        </p15:guide>
        <p15:guide id="10" pos="2822">
          <p15:clr>
            <a:srgbClr val="FA7B17"/>
          </p15:clr>
        </p15:guide>
        <p15:guide id="11" pos="2938">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 2 rows">
  <p:cSld name="TITLE_AND_TWO_COLUMNS_2_3">
    <p:spTree>
      <p:nvGrpSpPr>
        <p:cNvPr id="216" name="Shape 216"/>
        <p:cNvGrpSpPr/>
        <p:nvPr/>
      </p:nvGrpSpPr>
      <p:grpSpPr>
        <a:xfrm>
          <a:off x="0" y="0"/>
          <a:ext cx="0" cy="0"/>
          <a:chOff x="0" y="0"/>
          <a:chExt cx="0" cy="0"/>
        </a:xfrm>
      </p:grpSpPr>
      <p:sp>
        <p:nvSpPr>
          <p:cNvPr id="217" name="Google Shape;217;p20"/>
          <p:cNvSpPr txBox="1"/>
          <p:nvPr>
            <p:ph idx="1" type="body"/>
          </p:nvPr>
        </p:nvSpPr>
        <p:spPr>
          <a:xfrm>
            <a:off x="361750" y="1044800"/>
            <a:ext cx="41196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8" name="Google Shape;218;p20"/>
          <p:cNvSpPr txBox="1"/>
          <p:nvPr>
            <p:ph idx="2" type="body"/>
          </p:nvPr>
        </p:nvSpPr>
        <p:spPr>
          <a:xfrm>
            <a:off x="361750" y="2999600"/>
            <a:ext cx="41196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19" name="Google Shape;219;p20"/>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20" name="Google Shape;220;p20"/>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221" name="Google Shape;221;p20"/>
          <p:cNvSpPr txBox="1"/>
          <p:nvPr>
            <p:ph idx="4" type="body"/>
          </p:nvPr>
        </p:nvSpPr>
        <p:spPr>
          <a:xfrm>
            <a:off x="4664400" y="1043375"/>
            <a:ext cx="41196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22" name="Google Shape;222;p20"/>
          <p:cNvSpPr txBox="1"/>
          <p:nvPr>
            <p:ph idx="5" type="body"/>
          </p:nvPr>
        </p:nvSpPr>
        <p:spPr>
          <a:xfrm>
            <a:off x="4664400" y="2999600"/>
            <a:ext cx="4119600" cy="1774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a:lvl1pPr>
            <a:lvl2pPr indent="-304800" lvl="1" marL="914400" rtl="0">
              <a:spcBef>
                <a:spcPts val="0"/>
              </a:spcBef>
              <a:spcAft>
                <a:spcPts val="0"/>
              </a:spcAft>
              <a:buSzPts val="1200"/>
              <a:buChar char="○"/>
              <a:defRPr/>
            </a:lvl2pPr>
            <a:lvl3pPr indent="-304800" lvl="2" marL="1371600" rtl="0">
              <a:spcBef>
                <a:spcPts val="0"/>
              </a:spcBef>
              <a:spcAft>
                <a:spcPts val="0"/>
              </a:spcAft>
              <a:buSzPts val="1200"/>
              <a:buChar char="■"/>
              <a:defRPr/>
            </a:lvl3pPr>
            <a:lvl4pPr indent="-304800" lvl="3" marL="1828800" rtl="0">
              <a:spcBef>
                <a:spcPts val="0"/>
              </a:spcBef>
              <a:spcAft>
                <a:spcPts val="0"/>
              </a:spcAft>
              <a:buSzPts val="12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sp>
        <p:nvSpPr>
          <p:cNvPr id="223" name="Google Shape;223;p20"/>
          <p:cNvSpPr txBox="1"/>
          <p:nvPr>
            <p:ph idx="12" type="sldNum"/>
          </p:nvPr>
        </p:nvSpPr>
        <p:spPr>
          <a:xfrm>
            <a:off x="8784000" y="4774100"/>
            <a:ext cx="360000" cy="260400"/>
          </a:xfrm>
          <a:prstGeom prst="rect">
            <a:avLst/>
          </a:prstGeom>
        </p:spPr>
        <p:txBody>
          <a:bodyPr anchorCtr="0" anchor="t" bIns="91425" lIns="91425" spcFirstLastPara="1" rIns="91425"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24" name="Google Shape;224;p20"/>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776">
          <p15:clr>
            <a:srgbClr val="FA7B17"/>
          </p15:clr>
        </p15:guide>
        <p15:guide id="2" orient="horz" pos="1890">
          <p15:clr>
            <a:srgbClr val="FA7B17"/>
          </p15:clr>
        </p15:guide>
        <p15:guide id="3" pos="2823">
          <p15:clr>
            <a:srgbClr val="FA7B17"/>
          </p15:clr>
        </p15:guide>
        <p15:guide id="4" pos="2938">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5" name="Shape 225"/>
        <p:cNvGrpSpPr/>
        <p:nvPr/>
      </p:nvGrpSpPr>
      <p:grpSpPr>
        <a:xfrm>
          <a:off x="0" y="0"/>
          <a:ext cx="0" cy="0"/>
          <a:chOff x="0" y="0"/>
          <a:chExt cx="0" cy="0"/>
        </a:xfrm>
      </p:grpSpPr>
      <p:sp>
        <p:nvSpPr>
          <p:cNvPr id="226" name="Google Shape;226;p21"/>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27" name="Google Shape;227;p21"/>
          <p:cNvSpPr txBox="1"/>
          <p:nvPr>
            <p:ph idx="1"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228" name="Google Shape;228;p21"/>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29" name="Google Shape;229;p21"/>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p:cSld name="ONE_COLUMN_TEXT">
    <p:bg>
      <p:bgPr>
        <a:blipFill>
          <a:blip r:embed="rId2">
            <a:alphaModFix/>
          </a:blip>
          <a:stretch>
            <a:fillRect/>
          </a:stretch>
        </a:blipFill>
      </p:bgPr>
    </p:bg>
    <p:spTree>
      <p:nvGrpSpPr>
        <p:cNvPr id="230" name="Shape 230"/>
        <p:cNvGrpSpPr/>
        <p:nvPr/>
      </p:nvGrpSpPr>
      <p:grpSpPr>
        <a:xfrm>
          <a:off x="0" y="0"/>
          <a:ext cx="0" cy="0"/>
          <a:chOff x="0" y="0"/>
          <a:chExt cx="0" cy="0"/>
        </a:xfrm>
      </p:grpSpPr>
      <p:sp>
        <p:nvSpPr>
          <p:cNvPr id="231" name="Google Shape;231;p22"/>
          <p:cNvSpPr txBox="1"/>
          <p:nvPr>
            <p:ph idx="1" type="body"/>
          </p:nvPr>
        </p:nvSpPr>
        <p:spPr>
          <a:xfrm>
            <a:off x="360900" y="1043100"/>
            <a:ext cx="4120500" cy="373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2" name="Google Shape;232;p22"/>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33" name="Google Shape;233;p22"/>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2pPr>
            <a:lvl3pPr lvl="2"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3pPr>
            <a:lvl4pPr lvl="3"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4pPr>
            <a:lvl5pPr lvl="4"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5pPr>
            <a:lvl6pPr lvl="5"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6pPr>
            <a:lvl7pPr lvl="6"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7pPr>
            <a:lvl8pPr lvl="7"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8pPr>
            <a:lvl9pPr lvl="8"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9pPr>
          </a:lstStyle>
          <a:p/>
        </p:txBody>
      </p:sp>
      <p:sp>
        <p:nvSpPr>
          <p:cNvPr id="234" name="Google Shape;234;p22"/>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35" name="Google Shape;235;p22"/>
          <p:cNvPicPr preferRelativeResize="0"/>
          <p:nvPr/>
        </p:nvPicPr>
        <p:blipFill rotWithShape="1">
          <a:blip r:embed="rId3">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pos="2823">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6" name="Shape 236"/>
        <p:cNvGrpSpPr/>
        <p:nvPr/>
      </p:nvGrpSpPr>
      <p:grpSpPr>
        <a:xfrm>
          <a:off x="0" y="0"/>
          <a:ext cx="0" cy="0"/>
          <a:chOff x="0" y="0"/>
          <a:chExt cx="0" cy="0"/>
        </a:xfrm>
      </p:grpSpPr>
      <p:sp>
        <p:nvSpPr>
          <p:cNvPr id="237" name="Google Shape;237;p23"/>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38" name="Google Shape;238;p23"/>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body">
  <p:cSld name="BLANK_1">
    <p:spTree>
      <p:nvGrpSpPr>
        <p:cNvPr id="239" name="Shape 239"/>
        <p:cNvGrpSpPr/>
        <p:nvPr/>
      </p:nvGrpSpPr>
      <p:grpSpPr>
        <a:xfrm>
          <a:off x="0" y="0"/>
          <a:ext cx="0" cy="0"/>
          <a:chOff x="0" y="0"/>
          <a:chExt cx="0" cy="0"/>
        </a:xfrm>
      </p:grpSpPr>
      <p:sp>
        <p:nvSpPr>
          <p:cNvPr id="240" name="Google Shape;240;p24"/>
          <p:cNvSpPr txBox="1"/>
          <p:nvPr>
            <p:ph idx="1" type="body"/>
          </p:nvPr>
        </p:nvSpPr>
        <p:spPr>
          <a:xfrm>
            <a:off x="362500" y="2023400"/>
            <a:ext cx="8422500" cy="2751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1" name="Google Shape;241;p24"/>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42" name="Google Shape;242;p24"/>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2pPr>
            <a:lvl3pPr lvl="2"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3pPr>
            <a:lvl4pPr lvl="3"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4pPr>
            <a:lvl5pPr lvl="4"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5pPr>
            <a:lvl6pPr lvl="5"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6pPr>
            <a:lvl7pPr lvl="6"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7pPr>
            <a:lvl8pPr lvl="7"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8pPr>
            <a:lvl9pPr lvl="8"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9pPr>
          </a:lstStyle>
          <a:p/>
        </p:txBody>
      </p:sp>
      <p:sp>
        <p:nvSpPr>
          <p:cNvPr id="243" name="Google Shape;243;p24"/>
          <p:cNvSpPr txBox="1"/>
          <p:nvPr>
            <p:ph idx="3"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44" name="Google Shape;244;p24"/>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245" name="Google Shape;245;p24"/>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46" name="Google Shape;246;p24"/>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column | 1 column">
  <p:cSld name="BLANK_1_2">
    <p:spTree>
      <p:nvGrpSpPr>
        <p:cNvPr id="247" name="Shape 247"/>
        <p:cNvGrpSpPr/>
        <p:nvPr/>
      </p:nvGrpSpPr>
      <p:grpSpPr>
        <a:xfrm>
          <a:off x="0" y="0"/>
          <a:ext cx="0" cy="0"/>
          <a:chOff x="0" y="0"/>
          <a:chExt cx="0" cy="0"/>
        </a:xfrm>
      </p:grpSpPr>
      <p:sp>
        <p:nvSpPr>
          <p:cNvPr id="248" name="Google Shape;248;p25"/>
          <p:cNvSpPr txBox="1"/>
          <p:nvPr>
            <p:ph idx="1" type="body"/>
          </p:nvPr>
        </p:nvSpPr>
        <p:spPr>
          <a:xfrm>
            <a:off x="4663500" y="1044800"/>
            <a:ext cx="4121700" cy="3729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9" name="Google Shape;249;p25"/>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50" name="Google Shape;250;p25"/>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2pPr>
            <a:lvl3pPr lvl="2"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3pPr>
            <a:lvl4pPr lvl="3"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4pPr>
            <a:lvl5pPr lvl="4"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5pPr>
            <a:lvl6pPr lvl="5"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6pPr>
            <a:lvl7pPr lvl="6"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7pPr>
            <a:lvl8pPr lvl="7"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8pPr>
            <a:lvl9pPr lvl="8"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9pPr>
          </a:lstStyle>
          <a:p/>
        </p:txBody>
      </p:sp>
      <p:sp>
        <p:nvSpPr>
          <p:cNvPr id="251" name="Google Shape;251;p25"/>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100">
                <a:solidFill>
                  <a:schemeClr val="dk1"/>
                </a:solidFill>
                <a:latin typeface="Inter Medium"/>
                <a:ea typeface="Inter Medium"/>
                <a:cs typeface="Inter Medium"/>
                <a:sym typeface="Inter Medium"/>
              </a:rPr>
              <a:t>|</a:t>
            </a:r>
            <a:endParaRPr sz="5100">
              <a:solidFill>
                <a:schemeClr val="dk1"/>
              </a:solidFill>
              <a:latin typeface="Inter Medium"/>
              <a:ea typeface="Inter Medium"/>
              <a:cs typeface="Inter Medium"/>
              <a:sym typeface="Inter Medium"/>
            </a:endParaRPr>
          </a:p>
        </p:txBody>
      </p:sp>
      <p:sp>
        <p:nvSpPr>
          <p:cNvPr id="252" name="Google Shape;252;p25"/>
          <p:cNvSpPr txBox="1"/>
          <p:nvPr>
            <p:ph idx="3" type="body"/>
          </p:nvPr>
        </p:nvSpPr>
        <p:spPr>
          <a:xfrm>
            <a:off x="433625" y="1044800"/>
            <a:ext cx="40470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53" name="Google Shape;253;p25"/>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100">
                <a:solidFill>
                  <a:schemeClr val="dk1"/>
                </a:solidFill>
                <a:latin typeface="Inter Medium"/>
                <a:ea typeface="Inter Medium"/>
                <a:cs typeface="Inter Medium"/>
                <a:sym typeface="Inter Medium"/>
              </a:rPr>
              <a:t>|</a:t>
            </a:r>
            <a:endParaRPr sz="5100">
              <a:solidFill>
                <a:schemeClr val="dk1"/>
              </a:solidFill>
              <a:latin typeface="Inter Medium"/>
              <a:ea typeface="Inter Medium"/>
              <a:cs typeface="Inter Medium"/>
              <a:sym typeface="Inter Medium"/>
            </a:endParaRPr>
          </a:p>
        </p:txBody>
      </p:sp>
      <p:sp>
        <p:nvSpPr>
          <p:cNvPr id="254" name="Google Shape;254;p25"/>
          <p:cNvSpPr txBox="1"/>
          <p:nvPr>
            <p:ph idx="4" type="body"/>
          </p:nvPr>
        </p:nvSpPr>
        <p:spPr>
          <a:xfrm>
            <a:off x="360000" y="2022000"/>
            <a:ext cx="4121700" cy="27522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55" name="Google Shape;255;p25"/>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56" name="Google Shape;256;p25"/>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pos="2938">
          <p15:clr>
            <a:srgbClr val="FA7B17"/>
          </p15:clr>
        </p15:guide>
        <p15:guide id="2" pos="2822">
          <p15:clr>
            <a:srgbClr val="FA7B17"/>
          </p15:clr>
        </p15:guide>
        <p15:guide id="3" orient="horz" pos="1159">
          <p15:clr>
            <a:srgbClr val="FA7B17"/>
          </p15:clr>
        </p15:guide>
        <p15:guide id="4" orient="horz" pos="1275">
          <p15:clr>
            <a:srgbClr val="FA7B17"/>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2 columns">
  <p:cSld name="BLANK_1_1">
    <p:spTree>
      <p:nvGrpSpPr>
        <p:cNvPr id="257" name="Shape 257"/>
        <p:cNvGrpSpPr/>
        <p:nvPr/>
      </p:nvGrpSpPr>
      <p:grpSpPr>
        <a:xfrm>
          <a:off x="0" y="0"/>
          <a:ext cx="0" cy="0"/>
          <a:chOff x="0" y="0"/>
          <a:chExt cx="0" cy="0"/>
        </a:xfrm>
      </p:grpSpPr>
      <p:sp>
        <p:nvSpPr>
          <p:cNvPr id="258" name="Google Shape;258;p26"/>
          <p:cNvSpPr txBox="1"/>
          <p:nvPr>
            <p:ph idx="1" type="body"/>
          </p:nvPr>
        </p:nvSpPr>
        <p:spPr>
          <a:xfrm>
            <a:off x="362500" y="2023400"/>
            <a:ext cx="4120500" cy="2751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59" name="Google Shape;259;p26"/>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60" name="Google Shape;260;p26"/>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2pPr>
            <a:lvl3pPr lvl="2"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3pPr>
            <a:lvl4pPr lvl="3"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4pPr>
            <a:lvl5pPr lvl="4"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5pPr>
            <a:lvl6pPr lvl="5"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6pPr>
            <a:lvl7pPr lvl="6"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7pPr>
            <a:lvl8pPr lvl="7"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8pPr>
            <a:lvl9pPr lvl="8"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9pPr>
          </a:lstStyle>
          <a:p/>
        </p:txBody>
      </p:sp>
      <p:sp>
        <p:nvSpPr>
          <p:cNvPr id="261" name="Google Shape;261;p26"/>
          <p:cNvSpPr txBox="1"/>
          <p:nvPr>
            <p:ph idx="3" type="body"/>
          </p:nvPr>
        </p:nvSpPr>
        <p:spPr>
          <a:xfrm>
            <a:off x="4663500" y="2023550"/>
            <a:ext cx="4120500" cy="2751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62" name="Google Shape;262;p26"/>
          <p:cNvSpPr txBox="1"/>
          <p:nvPr>
            <p:ph idx="4"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63" name="Google Shape;263;p26"/>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264" name="Google Shape;264;p26"/>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65" name="Google Shape;265;p26"/>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guide id="3" pos="2824">
          <p15:clr>
            <a:srgbClr val="FA7B17"/>
          </p15:clr>
        </p15:guide>
        <p15:guide id="4" pos="2938">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2 columns | 2 rows">
  <p:cSld name="BLANK_1_1_1">
    <p:spTree>
      <p:nvGrpSpPr>
        <p:cNvPr id="266" name="Shape 266"/>
        <p:cNvGrpSpPr/>
        <p:nvPr/>
      </p:nvGrpSpPr>
      <p:grpSpPr>
        <a:xfrm>
          <a:off x="0" y="0"/>
          <a:ext cx="0" cy="0"/>
          <a:chOff x="0" y="0"/>
          <a:chExt cx="0" cy="0"/>
        </a:xfrm>
      </p:grpSpPr>
      <p:sp>
        <p:nvSpPr>
          <p:cNvPr id="267" name="Google Shape;267;p27"/>
          <p:cNvSpPr txBox="1"/>
          <p:nvPr>
            <p:ph idx="1" type="body"/>
          </p:nvPr>
        </p:nvSpPr>
        <p:spPr>
          <a:xfrm>
            <a:off x="362500" y="2023400"/>
            <a:ext cx="4120500" cy="1280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68" name="Google Shape;268;p27"/>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69" name="Google Shape;269;p27"/>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270" name="Google Shape;270;p27"/>
          <p:cNvSpPr txBox="1"/>
          <p:nvPr>
            <p:ph idx="3" type="body"/>
          </p:nvPr>
        </p:nvSpPr>
        <p:spPr>
          <a:xfrm>
            <a:off x="4663500" y="2023550"/>
            <a:ext cx="4120500" cy="1280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71" name="Google Shape;271;p27"/>
          <p:cNvSpPr txBox="1"/>
          <p:nvPr>
            <p:ph idx="4" type="body"/>
          </p:nvPr>
        </p:nvSpPr>
        <p:spPr>
          <a:xfrm>
            <a:off x="362500" y="3489493"/>
            <a:ext cx="4120500" cy="1280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72" name="Google Shape;272;p27"/>
          <p:cNvSpPr txBox="1"/>
          <p:nvPr>
            <p:ph idx="5" type="body"/>
          </p:nvPr>
        </p:nvSpPr>
        <p:spPr>
          <a:xfrm>
            <a:off x="4663500" y="3489493"/>
            <a:ext cx="4120500" cy="1280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73" name="Google Shape;273;p27"/>
          <p:cNvSpPr txBox="1"/>
          <p:nvPr>
            <p:ph idx="6"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74" name="Google Shape;274;p27"/>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275" name="Google Shape;275;p27"/>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76" name="Google Shape;276;p27"/>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guide id="3" pos="2824">
          <p15:clr>
            <a:srgbClr val="FA7B17"/>
          </p15:clr>
        </p15:guide>
        <p15:guide id="4" pos="2938">
          <p15:clr>
            <a:srgbClr val="FA7B17"/>
          </p15:clr>
        </p15:guide>
        <p15:guide id="5" orient="horz" pos="2081">
          <p15:clr>
            <a:srgbClr val="FA7B17"/>
          </p15:clr>
        </p15:guide>
        <p15:guide id="6" orient="horz" pos="2196">
          <p15:clr>
            <a:srgbClr val="FA7B17"/>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2 rows">
  <p:cSld name="BLANK_1_1_1_1">
    <p:spTree>
      <p:nvGrpSpPr>
        <p:cNvPr id="277" name="Shape 277"/>
        <p:cNvGrpSpPr/>
        <p:nvPr/>
      </p:nvGrpSpPr>
      <p:grpSpPr>
        <a:xfrm>
          <a:off x="0" y="0"/>
          <a:ext cx="0" cy="0"/>
          <a:chOff x="0" y="0"/>
          <a:chExt cx="0" cy="0"/>
        </a:xfrm>
      </p:grpSpPr>
      <p:sp>
        <p:nvSpPr>
          <p:cNvPr id="278" name="Google Shape;278;p28"/>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79" name="Google Shape;279;p28"/>
          <p:cNvSpPr txBox="1"/>
          <p:nvPr>
            <p:ph idx="1"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280" name="Google Shape;280;p28"/>
          <p:cNvSpPr txBox="1"/>
          <p:nvPr>
            <p:ph idx="2"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81" name="Google Shape;281;p28"/>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282" name="Google Shape;282;p28"/>
          <p:cNvSpPr txBox="1"/>
          <p:nvPr>
            <p:ph idx="3" type="body"/>
          </p:nvPr>
        </p:nvSpPr>
        <p:spPr>
          <a:xfrm>
            <a:off x="362500" y="2023400"/>
            <a:ext cx="8422500" cy="1280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3" name="Google Shape;283;p28"/>
          <p:cNvSpPr txBox="1"/>
          <p:nvPr>
            <p:ph idx="4" type="body"/>
          </p:nvPr>
        </p:nvSpPr>
        <p:spPr>
          <a:xfrm>
            <a:off x="362500" y="3486800"/>
            <a:ext cx="8422500" cy="1280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4" name="Google Shape;284;p28"/>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85" name="Google Shape;285;p28"/>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guide id="3" orient="horz" pos="2081">
          <p15:clr>
            <a:srgbClr val="FA7B17"/>
          </p15:clr>
        </p15:guide>
        <p15:guide id="4" orient="horz" pos="2196">
          <p15:clr>
            <a:srgbClr val="FA7B17"/>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3 columns">
  <p:cSld name="BLANK_1_1_1_1_1">
    <p:spTree>
      <p:nvGrpSpPr>
        <p:cNvPr id="286" name="Shape 286"/>
        <p:cNvGrpSpPr/>
        <p:nvPr/>
      </p:nvGrpSpPr>
      <p:grpSpPr>
        <a:xfrm>
          <a:off x="0" y="0"/>
          <a:ext cx="0" cy="0"/>
          <a:chOff x="0" y="0"/>
          <a:chExt cx="0" cy="0"/>
        </a:xfrm>
      </p:grpSpPr>
      <p:sp>
        <p:nvSpPr>
          <p:cNvPr id="287" name="Google Shape;287;p29"/>
          <p:cNvSpPr txBox="1"/>
          <p:nvPr>
            <p:ph idx="1" type="body"/>
          </p:nvPr>
        </p:nvSpPr>
        <p:spPr>
          <a:xfrm>
            <a:off x="362500" y="2023400"/>
            <a:ext cx="2686800" cy="2751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88" name="Google Shape;288;p29"/>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89" name="Google Shape;289;p29"/>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290" name="Google Shape;290;p29"/>
          <p:cNvSpPr txBox="1"/>
          <p:nvPr>
            <p:ph idx="3" type="body"/>
          </p:nvPr>
        </p:nvSpPr>
        <p:spPr>
          <a:xfrm>
            <a:off x="3230350" y="2023550"/>
            <a:ext cx="2686800" cy="2751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91" name="Google Shape;291;p29"/>
          <p:cNvSpPr txBox="1"/>
          <p:nvPr>
            <p:ph idx="4" type="body"/>
          </p:nvPr>
        </p:nvSpPr>
        <p:spPr>
          <a:xfrm>
            <a:off x="6098200" y="2023550"/>
            <a:ext cx="2686800" cy="2751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92" name="Google Shape;292;p29"/>
          <p:cNvSpPr txBox="1"/>
          <p:nvPr>
            <p:ph idx="5"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93" name="Google Shape;293;p29"/>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294" name="Google Shape;294;p29"/>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95" name="Google Shape;295;p29"/>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guide id="3" pos="1921">
          <p15:clr>
            <a:srgbClr val="FA7B17"/>
          </p15:clr>
        </p15:guide>
        <p15:guide id="4" pos="2033">
          <p15:clr>
            <a:srgbClr val="FA7B17"/>
          </p15:clr>
        </p15:guide>
        <p15:guide id="5" pos="3727">
          <p15:clr>
            <a:srgbClr val="FA7B17"/>
          </p15:clr>
        </p15:guide>
        <p15:guide id="6" pos="3839">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3 columns | 2 rows">
  <p:cSld name="BLANK_1_1_1_1_1_1">
    <p:spTree>
      <p:nvGrpSpPr>
        <p:cNvPr id="296" name="Shape 296"/>
        <p:cNvGrpSpPr/>
        <p:nvPr/>
      </p:nvGrpSpPr>
      <p:grpSpPr>
        <a:xfrm>
          <a:off x="0" y="0"/>
          <a:ext cx="0" cy="0"/>
          <a:chOff x="0" y="0"/>
          <a:chExt cx="0" cy="0"/>
        </a:xfrm>
      </p:grpSpPr>
      <p:sp>
        <p:nvSpPr>
          <p:cNvPr id="297" name="Google Shape;297;p30"/>
          <p:cNvSpPr txBox="1"/>
          <p:nvPr>
            <p:ph idx="1" type="body"/>
          </p:nvPr>
        </p:nvSpPr>
        <p:spPr>
          <a:xfrm>
            <a:off x="362500" y="2023400"/>
            <a:ext cx="2686800" cy="129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98" name="Google Shape;298;p30"/>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299" name="Google Shape;299;p30"/>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300" name="Google Shape;300;p30"/>
          <p:cNvSpPr txBox="1"/>
          <p:nvPr>
            <p:ph idx="3" type="body"/>
          </p:nvPr>
        </p:nvSpPr>
        <p:spPr>
          <a:xfrm>
            <a:off x="3230350" y="2023400"/>
            <a:ext cx="2686800" cy="129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01" name="Google Shape;301;p30"/>
          <p:cNvSpPr txBox="1"/>
          <p:nvPr>
            <p:ph idx="4" type="body"/>
          </p:nvPr>
        </p:nvSpPr>
        <p:spPr>
          <a:xfrm>
            <a:off x="6098200" y="2023400"/>
            <a:ext cx="2686800" cy="129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02" name="Google Shape;302;p30"/>
          <p:cNvSpPr txBox="1"/>
          <p:nvPr>
            <p:ph idx="5" type="body"/>
          </p:nvPr>
        </p:nvSpPr>
        <p:spPr>
          <a:xfrm>
            <a:off x="362500" y="3486800"/>
            <a:ext cx="2686800" cy="129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03" name="Google Shape;303;p30"/>
          <p:cNvSpPr txBox="1"/>
          <p:nvPr>
            <p:ph idx="6" type="body"/>
          </p:nvPr>
        </p:nvSpPr>
        <p:spPr>
          <a:xfrm>
            <a:off x="3228600" y="3487400"/>
            <a:ext cx="2686800" cy="129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04" name="Google Shape;304;p30"/>
          <p:cNvSpPr txBox="1"/>
          <p:nvPr>
            <p:ph idx="7" type="body"/>
          </p:nvPr>
        </p:nvSpPr>
        <p:spPr>
          <a:xfrm>
            <a:off x="6094700" y="3487400"/>
            <a:ext cx="2686800" cy="129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05" name="Google Shape;305;p30"/>
          <p:cNvSpPr txBox="1"/>
          <p:nvPr>
            <p:ph idx="8"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306" name="Google Shape;306;p30"/>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307" name="Google Shape;307;p30"/>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308" name="Google Shape;308;p30"/>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guide id="3" pos="1921">
          <p15:clr>
            <a:srgbClr val="FA7B17"/>
          </p15:clr>
        </p15:guide>
        <p15:guide id="4" pos="2033">
          <p15:clr>
            <a:srgbClr val="FA7B17"/>
          </p15:clr>
        </p15:guide>
        <p15:guide id="5" pos="3727">
          <p15:clr>
            <a:srgbClr val="FA7B17"/>
          </p15:clr>
        </p15:guide>
        <p15:guide id="6" pos="3839">
          <p15:clr>
            <a:srgbClr val="FA7B17"/>
          </p15:clr>
        </p15:guide>
        <p15:guide id="7" orient="horz" pos="2196">
          <p15:clr>
            <a:srgbClr val="FA7B17"/>
          </p15:clr>
        </p15:guide>
        <p15:guide id="8" orient="horz" pos="2085">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3 columns | 3 rows">
  <p:cSld name="BLANK_1_1_1_1_1_1_2">
    <p:spTree>
      <p:nvGrpSpPr>
        <p:cNvPr id="309" name="Shape 309"/>
        <p:cNvGrpSpPr/>
        <p:nvPr/>
      </p:nvGrpSpPr>
      <p:grpSpPr>
        <a:xfrm>
          <a:off x="0" y="0"/>
          <a:ext cx="0" cy="0"/>
          <a:chOff x="0" y="0"/>
          <a:chExt cx="0" cy="0"/>
        </a:xfrm>
      </p:grpSpPr>
      <p:sp>
        <p:nvSpPr>
          <p:cNvPr id="310" name="Google Shape;310;p31"/>
          <p:cNvSpPr txBox="1"/>
          <p:nvPr>
            <p:ph idx="1" type="body"/>
          </p:nvPr>
        </p:nvSpPr>
        <p:spPr>
          <a:xfrm>
            <a:off x="360000" y="2023400"/>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1" name="Google Shape;311;p31"/>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312" name="Google Shape;312;p31"/>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313" name="Google Shape;313;p31"/>
          <p:cNvSpPr txBox="1"/>
          <p:nvPr>
            <p:ph idx="3"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314" name="Google Shape;314;p31"/>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315" name="Google Shape;315;p31"/>
          <p:cNvSpPr txBox="1"/>
          <p:nvPr>
            <p:ph idx="4" type="body"/>
          </p:nvPr>
        </p:nvSpPr>
        <p:spPr>
          <a:xfrm>
            <a:off x="3230350" y="2015943"/>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6" name="Google Shape;316;p31"/>
          <p:cNvSpPr txBox="1"/>
          <p:nvPr>
            <p:ph idx="5" type="body"/>
          </p:nvPr>
        </p:nvSpPr>
        <p:spPr>
          <a:xfrm>
            <a:off x="6100700" y="2015950"/>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7" name="Google Shape;317;p31"/>
          <p:cNvSpPr txBox="1"/>
          <p:nvPr>
            <p:ph idx="6" type="body"/>
          </p:nvPr>
        </p:nvSpPr>
        <p:spPr>
          <a:xfrm>
            <a:off x="358250" y="3000257"/>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8" name="Google Shape;318;p31"/>
          <p:cNvSpPr txBox="1"/>
          <p:nvPr>
            <p:ph idx="7" type="body"/>
          </p:nvPr>
        </p:nvSpPr>
        <p:spPr>
          <a:xfrm>
            <a:off x="3228600" y="2992800"/>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9" name="Google Shape;319;p31"/>
          <p:cNvSpPr txBox="1"/>
          <p:nvPr>
            <p:ph idx="8" type="body"/>
          </p:nvPr>
        </p:nvSpPr>
        <p:spPr>
          <a:xfrm>
            <a:off x="6098950" y="2992807"/>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0" name="Google Shape;320;p31"/>
          <p:cNvSpPr txBox="1"/>
          <p:nvPr>
            <p:ph idx="9" type="body"/>
          </p:nvPr>
        </p:nvSpPr>
        <p:spPr>
          <a:xfrm>
            <a:off x="358250" y="3971407"/>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1" name="Google Shape;321;p31"/>
          <p:cNvSpPr txBox="1"/>
          <p:nvPr>
            <p:ph idx="13" type="body"/>
          </p:nvPr>
        </p:nvSpPr>
        <p:spPr>
          <a:xfrm>
            <a:off x="3228600" y="3963950"/>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2" name="Google Shape;322;p31"/>
          <p:cNvSpPr txBox="1"/>
          <p:nvPr>
            <p:ph idx="14" type="body"/>
          </p:nvPr>
        </p:nvSpPr>
        <p:spPr>
          <a:xfrm>
            <a:off x="6098950" y="3963957"/>
            <a:ext cx="2686800" cy="778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3" name="Google Shape;323;p31"/>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324" name="Google Shape;324;p31"/>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guide id="3" pos="1921">
          <p15:clr>
            <a:srgbClr val="FA7B17"/>
          </p15:clr>
        </p15:guide>
        <p15:guide id="4" pos="2033">
          <p15:clr>
            <a:srgbClr val="FA7B17"/>
          </p15:clr>
        </p15:guide>
        <p15:guide id="5" pos="3727">
          <p15:clr>
            <a:srgbClr val="FA7B17"/>
          </p15:clr>
        </p15:guide>
        <p15:guide id="6" pos="3839">
          <p15:clr>
            <a:srgbClr val="FA7B17"/>
          </p15:clr>
        </p15:guide>
        <p15:guide id="7" orient="horz" pos="1765">
          <p15:clr>
            <a:srgbClr val="FA7B17"/>
          </p15:clr>
        </p15:guide>
        <p15:guide id="8" orient="horz" pos="2381">
          <p15:clr>
            <a:srgbClr val="FA7B17"/>
          </p15:clr>
        </p15:guide>
        <p15:guide id="9" orient="horz" pos="1886">
          <p15:clr>
            <a:srgbClr val="FA7B17"/>
          </p15:clr>
        </p15:guide>
        <p15:guide id="10" orient="horz" pos="2496">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4 columns | 2 rows">
  <p:cSld name="BLANK_1_1_1_1_1_1_1">
    <p:spTree>
      <p:nvGrpSpPr>
        <p:cNvPr id="325" name="Shape 325"/>
        <p:cNvGrpSpPr/>
        <p:nvPr/>
      </p:nvGrpSpPr>
      <p:grpSpPr>
        <a:xfrm>
          <a:off x="0" y="0"/>
          <a:ext cx="0" cy="0"/>
          <a:chOff x="0" y="0"/>
          <a:chExt cx="0" cy="0"/>
        </a:xfrm>
      </p:grpSpPr>
      <p:sp>
        <p:nvSpPr>
          <p:cNvPr id="326" name="Google Shape;326;p32"/>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327" name="Google Shape;327;p32"/>
          <p:cNvSpPr txBox="1"/>
          <p:nvPr>
            <p:ph idx="1"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2pPr>
            <a:lvl3pPr lvl="2"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3pPr>
            <a:lvl4pPr lvl="3"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4pPr>
            <a:lvl5pPr lvl="4"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5pPr>
            <a:lvl6pPr lvl="5"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6pPr>
            <a:lvl7pPr lvl="6"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7pPr>
            <a:lvl8pPr lvl="7"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8pPr>
            <a:lvl9pPr lvl="8" rtl="0">
              <a:lnSpc>
                <a:spcPct val="100000"/>
              </a:lnSpc>
              <a:spcBef>
                <a:spcPts val="0"/>
              </a:spcBef>
              <a:spcAft>
                <a:spcPts val="0"/>
              </a:spcAft>
              <a:buClr>
                <a:schemeClr val="accent2"/>
              </a:buClr>
              <a:buSzPts val="1000"/>
              <a:buFont typeface="Inter"/>
              <a:buNone/>
              <a:defRPr b="1" sz="1000">
                <a:solidFill>
                  <a:schemeClr val="accent2"/>
                </a:solidFill>
                <a:latin typeface="Inter"/>
                <a:ea typeface="Inter"/>
                <a:cs typeface="Inter"/>
                <a:sym typeface="Inter"/>
              </a:defRPr>
            </a:lvl9pPr>
          </a:lstStyle>
          <a:p/>
        </p:txBody>
      </p:sp>
      <p:sp>
        <p:nvSpPr>
          <p:cNvPr id="328" name="Google Shape;328;p32"/>
          <p:cNvSpPr txBox="1"/>
          <p:nvPr>
            <p:ph idx="2" type="body"/>
          </p:nvPr>
        </p:nvSpPr>
        <p:spPr>
          <a:xfrm>
            <a:off x="362500" y="2023400"/>
            <a:ext cx="19668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9" name="Google Shape;329;p32"/>
          <p:cNvSpPr txBox="1"/>
          <p:nvPr>
            <p:ph idx="3" type="body"/>
          </p:nvPr>
        </p:nvSpPr>
        <p:spPr>
          <a:xfrm>
            <a:off x="2514000" y="2018600"/>
            <a:ext cx="19668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0" name="Google Shape;330;p32"/>
          <p:cNvSpPr txBox="1"/>
          <p:nvPr>
            <p:ph idx="4" type="body"/>
          </p:nvPr>
        </p:nvSpPr>
        <p:spPr>
          <a:xfrm>
            <a:off x="6818200" y="2023400"/>
            <a:ext cx="19668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1" name="Google Shape;331;p32"/>
          <p:cNvSpPr txBox="1"/>
          <p:nvPr>
            <p:ph idx="5" type="body"/>
          </p:nvPr>
        </p:nvSpPr>
        <p:spPr>
          <a:xfrm>
            <a:off x="362500" y="3486800"/>
            <a:ext cx="19668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2" name="Google Shape;332;p32"/>
          <p:cNvSpPr txBox="1"/>
          <p:nvPr>
            <p:ph idx="6" type="body"/>
          </p:nvPr>
        </p:nvSpPr>
        <p:spPr>
          <a:xfrm>
            <a:off x="2514000" y="3487400"/>
            <a:ext cx="19668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3" name="Google Shape;333;p32"/>
          <p:cNvSpPr txBox="1"/>
          <p:nvPr>
            <p:ph idx="7" type="body"/>
          </p:nvPr>
        </p:nvSpPr>
        <p:spPr>
          <a:xfrm>
            <a:off x="6814700" y="3487400"/>
            <a:ext cx="19668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4" name="Google Shape;334;p32"/>
          <p:cNvSpPr txBox="1"/>
          <p:nvPr>
            <p:ph idx="8"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335" name="Google Shape;335;p32"/>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336" name="Google Shape;336;p32"/>
          <p:cNvSpPr txBox="1"/>
          <p:nvPr>
            <p:ph idx="9" type="body"/>
          </p:nvPr>
        </p:nvSpPr>
        <p:spPr>
          <a:xfrm>
            <a:off x="4666100" y="2015943"/>
            <a:ext cx="19668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7" name="Google Shape;337;p32"/>
          <p:cNvSpPr txBox="1"/>
          <p:nvPr>
            <p:ph idx="13" type="body"/>
          </p:nvPr>
        </p:nvSpPr>
        <p:spPr>
          <a:xfrm>
            <a:off x="4662600" y="3479943"/>
            <a:ext cx="19668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8" name="Google Shape;338;p32"/>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339" name="Google Shape;339;p32"/>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guide id="3" pos="1467">
          <p15:clr>
            <a:srgbClr val="FA7B17"/>
          </p15:clr>
        </p15:guide>
        <p15:guide id="4" pos="1584">
          <p15:clr>
            <a:srgbClr val="FA7B17"/>
          </p15:clr>
        </p15:guide>
        <p15:guide id="5" pos="2823">
          <p15:clr>
            <a:srgbClr val="FA7B17"/>
          </p15:clr>
        </p15:guide>
        <p15:guide id="6" pos="2935">
          <p15:clr>
            <a:srgbClr val="FA7B17"/>
          </p15:clr>
        </p15:guide>
        <p15:guide id="7" orient="horz" pos="2088">
          <p15:clr>
            <a:srgbClr val="FA7B17"/>
          </p15:clr>
        </p15:guide>
        <p15:guide id="8" orient="horz" pos="2196">
          <p15:clr>
            <a:srgbClr val="FA7B17"/>
          </p15:clr>
        </p15:guide>
        <p15:guide id="9" pos="4175">
          <p15:clr>
            <a:srgbClr val="FA7B17"/>
          </p15:clr>
        </p15:guide>
        <p15:guide id="10" pos="4292">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key text | 6 columns | 2 rows">
  <p:cSld name="BLANK_1_1_1_1_1_1_1_1">
    <p:spTree>
      <p:nvGrpSpPr>
        <p:cNvPr id="340" name="Shape 340"/>
        <p:cNvGrpSpPr/>
        <p:nvPr/>
      </p:nvGrpSpPr>
      <p:grpSpPr>
        <a:xfrm>
          <a:off x="0" y="0"/>
          <a:ext cx="0" cy="0"/>
          <a:chOff x="0" y="0"/>
          <a:chExt cx="0" cy="0"/>
        </a:xfrm>
      </p:grpSpPr>
      <p:sp>
        <p:nvSpPr>
          <p:cNvPr id="341" name="Google Shape;341;p33"/>
          <p:cNvSpPr txBox="1"/>
          <p:nvPr>
            <p:ph type="title"/>
          </p:nvPr>
        </p:nvSpPr>
        <p:spPr>
          <a:xfrm>
            <a:off x="360000" y="502253"/>
            <a:ext cx="8424000" cy="3594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400"/>
              <a:buFont typeface="Inter"/>
              <a:buNone/>
              <a:defRPr b="1" sz="2400">
                <a:solidFill>
                  <a:schemeClr val="dk1"/>
                </a:solidFill>
                <a:latin typeface="Inter"/>
                <a:ea typeface="Inter"/>
                <a:cs typeface="Inter"/>
                <a:sym typeface="Inter"/>
              </a:defRPr>
            </a:lvl1pPr>
            <a:lvl2pPr lvl="1"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b="1" sz="2800">
                <a:solidFill>
                  <a:schemeClr val="dk1"/>
                </a:solidFill>
                <a:latin typeface="Inter"/>
                <a:ea typeface="Inter"/>
                <a:cs typeface="Inter"/>
                <a:sym typeface="Inter"/>
              </a:defRPr>
            </a:lvl9pPr>
          </a:lstStyle>
          <a:p/>
        </p:txBody>
      </p:sp>
      <p:sp>
        <p:nvSpPr>
          <p:cNvPr id="342" name="Google Shape;342;p33"/>
          <p:cNvSpPr txBox="1"/>
          <p:nvPr>
            <p:ph idx="1" type="subTitle"/>
          </p:nvPr>
        </p:nvSpPr>
        <p:spPr>
          <a:xfrm>
            <a:off x="362500" y="360000"/>
            <a:ext cx="8422500" cy="142200"/>
          </a:xfrm>
          <a:prstGeom prst="rect">
            <a:avLst/>
          </a:prstGeom>
        </p:spPr>
        <p:txBody>
          <a:bodyPr anchorCtr="0" anchor="ctr" bIns="91425" lIns="0" spcFirstLastPara="1" rIns="91425" wrap="square" tIns="91425">
            <a:noAutofit/>
          </a:bodyPr>
          <a:lstStyle>
            <a:lvl1pPr lvl="0" rtl="0">
              <a:lnSpc>
                <a:spcPct val="100000"/>
              </a:lnSpc>
              <a:spcBef>
                <a:spcPts val="0"/>
              </a:spcBef>
              <a:spcAft>
                <a:spcPts val="0"/>
              </a:spcAft>
              <a:buSzPts val="1000"/>
              <a:buFont typeface="Inter"/>
              <a:buNone/>
              <a:defRPr b="1" sz="1000">
                <a:latin typeface="Inter"/>
                <a:ea typeface="Inter"/>
                <a:cs typeface="Inter"/>
                <a:sym typeface="Inter"/>
              </a:defRPr>
            </a:lvl1pPr>
            <a:lvl2pPr lvl="1" rtl="0">
              <a:lnSpc>
                <a:spcPct val="100000"/>
              </a:lnSpc>
              <a:spcBef>
                <a:spcPts val="0"/>
              </a:spcBef>
              <a:spcAft>
                <a:spcPts val="0"/>
              </a:spcAft>
              <a:buSzPts val="1000"/>
              <a:buFont typeface="Inter"/>
              <a:buNone/>
              <a:defRPr b="1" sz="1000">
                <a:latin typeface="Inter"/>
                <a:ea typeface="Inter"/>
                <a:cs typeface="Inter"/>
                <a:sym typeface="Inter"/>
              </a:defRPr>
            </a:lvl2pPr>
            <a:lvl3pPr lvl="2" rtl="0">
              <a:lnSpc>
                <a:spcPct val="100000"/>
              </a:lnSpc>
              <a:spcBef>
                <a:spcPts val="0"/>
              </a:spcBef>
              <a:spcAft>
                <a:spcPts val="0"/>
              </a:spcAft>
              <a:buSzPts val="1000"/>
              <a:buFont typeface="Inter"/>
              <a:buNone/>
              <a:defRPr b="1" sz="1000">
                <a:latin typeface="Inter"/>
                <a:ea typeface="Inter"/>
                <a:cs typeface="Inter"/>
                <a:sym typeface="Inter"/>
              </a:defRPr>
            </a:lvl3pPr>
            <a:lvl4pPr lvl="3" rtl="0">
              <a:lnSpc>
                <a:spcPct val="100000"/>
              </a:lnSpc>
              <a:spcBef>
                <a:spcPts val="0"/>
              </a:spcBef>
              <a:spcAft>
                <a:spcPts val="0"/>
              </a:spcAft>
              <a:buSzPts val="1000"/>
              <a:buFont typeface="Inter"/>
              <a:buNone/>
              <a:defRPr b="1" sz="1000">
                <a:latin typeface="Inter"/>
                <a:ea typeface="Inter"/>
                <a:cs typeface="Inter"/>
                <a:sym typeface="Inter"/>
              </a:defRPr>
            </a:lvl4pPr>
            <a:lvl5pPr lvl="4" rtl="0">
              <a:lnSpc>
                <a:spcPct val="100000"/>
              </a:lnSpc>
              <a:spcBef>
                <a:spcPts val="0"/>
              </a:spcBef>
              <a:spcAft>
                <a:spcPts val="0"/>
              </a:spcAft>
              <a:buSzPts val="1000"/>
              <a:buFont typeface="Inter"/>
              <a:buNone/>
              <a:defRPr b="1" sz="1000">
                <a:latin typeface="Inter"/>
                <a:ea typeface="Inter"/>
                <a:cs typeface="Inter"/>
                <a:sym typeface="Inter"/>
              </a:defRPr>
            </a:lvl5pPr>
            <a:lvl6pPr lvl="5" rtl="0">
              <a:lnSpc>
                <a:spcPct val="100000"/>
              </a:lnSpc>
              <a:spcBef>
                <a:spcPts val="0"/>
              </a:spcBef>
              <a:spcAft>
                <a:spcPts val="0"/>
              </a:spcAft>
              <a:buSzPts val="1000"/>
              <a:buFont typeface="Inter"/>
              <a:buNone/>
              <a:defRPr b="1" sz="1000">
                <a:latin typeface="Inter"/>
                <a:ea typeface="Inter"/>
                <a:cs typeface="Inter"/>
                <a:sym typeface="Inter"/>
              </a:defRPr>
            </a:lvl6pPr>
            <a:lvl7pPr lvl="6" rtl="0">
              <a:lnSpc>
                <a:spcPct val="100000"/>
              </a:lnSpc>
              <a:spcBef>
                <a:spcPts val="0"/>
              </a:spcBef>
              <a:spcAft>
                <a:spcPts val="0"/>
              </a:spcAft>
              <a:buSzPts val="1000"/>
              <a:buFont typeface="Inter"/>
              <a:buNone/>
              <a:defRPr b="1" sz="1000">
                <a:latin typeface="Inter"/>
                <a:ea typeface="Inter"/>
                <a:cs typeface="Inter"/>
                <a:sym typeface="Inter"/>
              </a:defRPr>
            </a:lvl7pPr>
            <a:lvl8pPr lvl="7" rtl="0">
              <a:lnSpc>
                <a:spcPct val="100000"/>
              </a:lnSpc>
              <a:spcBef>
                <a:spcPts val="0"/>
              </a:spcBef>
              <a:spcAft>
                <a:spcPts val="0"/>
              </a:spcAft>
              <a:buSzPts val="1000"/>
              <a:buFont typeface="Inter"/>
              <a:buNone/>
              <a:defRPr b="1" sz="1000">
                <a:latin typeface="Inter"/>
                <a:ea typeface="Inter"/>
                <a:cs typeface="Inter"/>
                <a:sym typeface="Inter"/>
              </a:defRPr>
            </a:lvl8pPr>
            <a:lvl9pPr lvl="8" rtl="0">
              <a:lnSpc>
                <a:spcPct val="100000"/>
              </a:lnSpc>
              <a:spcBef>
                <a:spcPts val="0"/>
              </a:spcBef>
              <a:spcAft>
                <a:spcPts val="0"/>
              </a:spcAft>
              <a:buSzPts val="1000"/>
              <a:buFont typeface="Inter"/>
              <a:buNone/>
              <a:defRPr b="1" sz="1000">
                <a:latin typeface="Inter"/>
                <a:ea typeface="Inter"/>
                <a:cs typeface="Inter"/>
                <a:sym typeface="Inter"/>
              </a:defRPr>
            </a:lvl9pPr>
          </a:lstStyle>
          <a:p/>
        </p:txBody>
      </p:sp>
      <p:sp>
        <p:nvSpPr>
          <p:cNvPr id="343" name="Google Shape;343;p33"/>
          <p:cNvSpPr txBox="1"/>
          <p:nvPr>
            <p:ph idx="2" type="body"/>
          </p:nvPr>
        </p:nvSpPr>
        <p:spPr>
          <a:xfrm>
            <a:off x="362500" y="2023400"/>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4" name="Google Shape;344;p33"/>
          <p:cNvSpPr txBox="1"/>
          <p:nvPr>
            <p:ph idx="3" type="body"/>
          </p:nvPr>
        </p:nvSpPr>
        <p:spPr>
          <a:xfrm>
            <a:off x="362500" y="3486800"/>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5" name="Google Shape;345;p33"/>
          <p:cNvSpPr txBox="1"/>
          <p:nvPr>
            <p:ph idx="4" type="body"/>
          </p:nvPr>
        </p:nvSpPr>
        <p:spPr>
          <a:xfrm>
            <a:off x="433625" y="1044800"/>
            <a:ext cx="8351400" cy="795600"/>
          </a:xfrm>
          <a:prstGeom prst="rect">
            <a:avLst/>
          </a:prstGeom>
        </p:spPr>
        <p:txBody>
          <a:bodyPr anchorCtr="0" anchor="ctr" bIns="91425" lIns="137150"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346" name="Google Shape;346;p33"/>
          <p:cNvSpPr txBox="1"/>
          <p:nvPr/>
        </p:nvSpPr>
        <p:spPr>
          <a:xfrm>
            <a:off x="289082" y="892079"/>
            <a:ext cx="183000" cy="1099500"/>
          </a:xfrm>
          <a:prstGeom prst="rect">
            <a:avLst/>
          </a:prstGeom>
          <a:noFill/>
          <a:ln>
            <a:noFill/>
          </a:ln>
        </p:spPr>
        <p:txBody>
          <a:bodyPr anchorCtr="0" anchor="ctr" bIns="91425" lIns="0" spcFirstLastPara="1" rIns="0" wrap="square" tIns="91425">
            <a:noAutofit/>
          </a:bodyPr>
          <a:lstStyle/>
          <a:p>
            <a:pPr indent="0" lvl="0" marL="0" rtl="0" algn="l">
              <a:spcBef>
                <a:spcPts val="0"/>
              </a:spcBef>
              <a:spcAft>
                <a:spcPts val="0"/>
              </a:spcAft>
              <a:buNone/>
            </a:pPr>
            <a:r>
              <a:rPr lang="en" sz="5200">
                <a:solidFill>
                  <a:schemeClr val="dk1"/>
                </a:solidFill>
                <a:latin typeface="Inter Medium"/>
                <a:ea typeface="Inter Medium"/>
                <a:cs typeface="Inter Medium"/>
                <a:sym typeface="Inter Medium"/>
              </a:rPr>
              <a:t>|</a:t>
            </a:r>
            <a:endParaRPr sz="5200">
              <a:solidFill>
                <a:schemeClr val="dk1"/>
              </a:solidFill>
              <a:latin typeface="Inter Medium"/>
              <a:ea typeface="Inter Medium"/>
              <a:cs typeface="Inter Medium"/>
              <a:sym typeface="Inter Medium"/>
            </a:endParaRPr>
          </a:p>
        </p:txBody>
      </p:sp>
      <p:sp>
        <p:nvSpPr>
          <p:cNvPr id="347" name="Google Shape;347;p33"/>
          <p:cNvSpPr txBox="1"/>
          <p:nvPr>
            <p:ph idx="5" type="body"/>
          </p:nvPr>
        </p:nvSpPr>
        <p:spPr>
          <a:xfrm>
            <a:off x="1797550" y="2015943"/>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8" name="Google Shape;348;p33"/>
          <p:cNvSpPr txBox="1"/>
          <p:nvPr>
            <p:ph idx="6" type="body"/>
          </p:nvPr>
        </p:nvSpPr>
        <p:spPr>
          <a:xfrm>
            <a:off x="1797550" y="3479343"/>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9" name="Google Shape;349;p33"/>
          <p:cNvSpPr txBox="1"/>
          <p:nvPr>
            <p:ph idx="7" type="body"/>
          </p:nvPr>
        </p:nvSpPr>
        <p:spPr>
          <a:xfrm>
            <a:off x="3232600" y="2015943"/>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50" name="Google Shape;350;p33"/>
          <p:cNvSpPr txBox="1"/>
          <p:nvPr>
            <p:ph idx="8" type="body"/>
          </p:nvPr>
        </p:nvSpPr>
        <p:spPr>
          <a:xfrm>
            <a:off x="3232600" y="3479343"/>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51" name="Google Shape;351;p33"/>
          <p:cNvSpPr txBox="1"/>
          <p:nvPr>
            <p:ph idx="9" type="body"/>
          </p:nvPr>
        </p:nvSpPr>
        <p:spPr>
          <a:xfrm>
            <a:off x="4660043" y="2022004"/>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52" name="Google Shape;352;p33"/>
          <p:cNvSpPr txBox="1"/>
          <p:nvPr>
            <p:ph idx="13" type="body"/>
          </p:nvPr>
        </p:nvSpPr>
        <p:spPr>
          <a:xfrm>
            <a:off x="4660043" y="3485404"/>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53" name="Google Shape;353;p33"/>
          <p:cNvSpPr txBox="1"/>
          <p:nvPr>
            <p:ph idx="14" type="body"/>
          </p:nvPr>
        </p:nvSpPr>
        <p:spPr>
          <a:xfrm>
            <a:off x="6095107" y="2015943"/>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54" name="Google Shape;354;p33"/>
          <p:cNvSpPr txBox="1"/>
          <p:nvPr>
            <p:ph idx="15" type="body"/>
          </p:nvPr>
        </p:nvSpPr>
        <p:spPr>
          <a:xfrm>
            <a:off x="6095107" y="3479343"/>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55" name="Google Shape;355;p33"/>
          <p:cNvSpPr txBox="1"/>
          <p:nvPr>
            <p:ph idx="16" type="body"/>
          </p:nvPr>
        </p:nvSpPr>
        <p:spPr>
          <a:xfrm>
            <a:off x="7537757" y="2015943"/>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56" name="Google Shape;356;p33"/>
          <p:cNvSpPr txBox="1"/>
          <p:nvPr>
            <p:ph idx="17" type="body"/>
          </p:nvPr>
        </p:nvSpPr>
        <p:spPr>
          <a:xfrm>
            <a:off x="7537757" y="3479343"/>
            <a:ext cx="1251300" cy="12906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57" name="Google Shape;357;p33"/>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358" name="Google Shape;358;p33"/>
          <p:cNvPicPr preferRelativeResize="0"/>
          <p:nvPr/>
        </p:nvPicPr>
        <p:blipFill rotWithShape="1">
          <a:blip r:embed="rId2">
            <a:alphaModFix/>
          </a:blip>
          <a:srcRect b="3296" l="0" r="0" t="3306"/>
          <a:stretch/>
        </p:blipFill>
        <p:spPr>
          <a:xfrm>
            <a:off x="8785003" y="250275"/>
            <a:ext cx="137160" cy="109729"/>
          </a:xfrm>
          <a:prstGeom prst="rect">
            <a:avLst/>
          </a:prstGeom>
          <a:noFill/>
          <a:ln>
            <a:noFill/>
          </a:ln>
        </p:spPr>
      </p:pic>
    </p:spTree>
  </p:cSld>
  <p:clrMapOvr>
    <a:masterClrMapping/>
  </p:clrMapOvr>
  <p:extLst>
    <p:ext uri="{DCECCB84-F9BA-43D5-87BE-67443E8EF086}">
      <p15:sldGuideLst>
        <p15:guide id="1" orient="horz" pos="1159">
          <p15:clr>
            <a:srgbClr val="FA7B17"/>
          </p15:clr>
        </p15:guide>
        <p15:guide id="2" orient="horz" pos="1275">
          <p15:clr>
            <a:srgbClr val="FA7B17"/>
          </p15:clr>
        </p15:guide>
        <p15:guide id="3" pos="1017">
          <p15:clr>
            <a:srgbClr val="FA7B17"/>
          </p15:clr>
        </p15:guide>
        <p15:guide id="4" pos="1132">
          <p15:clr>
            <a:srgbClr val="FA7B17"/>
          </p15:clr>
        </p15:guide>
        <p15:guide id="5" pos="2823">
          <p15:clr>
            <a:srgbClr val="FA7B17"/>
          </p15:clr>
        </p15:guide>
        <p15:guide id="6" pos="2935">
          <p15:clr>
            <a:srgbClr val="FA7B17"/>
          </p15:clr>
        </p15:guide>
        <p15:guide id="7" orient="horz" pos="2088">
          <p15:clr>
            <a:srgbClr val="FA7B17"/>
          </p15:clr>
        </p15:guide>
        <p15:guide id="8" orient="horz" pos="2197">
          <p15:clr>
            <a:srgbClr val="FA7B17"/>
          </p15:clr>
        </p15:guide>
        <p15:guide id="9" pos="3725">
          <p15:clr>
            <a:srgbClr val="FA7B17"/>
          </p15:clr>
        </p15:guide>
        <p15:guide id="10" pos="3840">
          <p15:clr>
            <a:srgbClr val="FA7B17"/>
          </p15:clr>
        </p15:guide>
        <p15:guide id="11" pos="1921">
          <p15:clr>
            <a:srgbClr val="FA7B17"/>
          </p15:clr>
        </p15:guide>
        <p15:guide id="12" pos="4629">
          <p15:clr>
            <a:srgbClr val="FA7B17"/>
          </p15:clr>
        </p15:guide>
        <p15:guide id="13" pos="4744">
          <p15:clr>
            <a:srgbClr val="FA7B17"/>
          </p15:clr>
        </p15:guide>
        <p15:guide id="14" pos="2036">
          <p15:clr>
            <a:srgbClr val="FA7B17"/>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0000" y="502253"/>
            <a:ext cx="8424000" cy="3594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2400"/>
              <a:buFont typeface="Inter ExtraBold"/>
              <a:buNone/>
              <a:defRPr sz="2400">
                <a:solidFill>
                  <a:schemeClr val="dk1"/>
                </a:solidFill>
                <a:latin typeface="Inter ExtraBold"/>
                <a:ea typeface="Inter ExtraBold"/>
                <a:cs typeface="Inter ExtraBold"/>
                <a:sym typeface="Inter ExtraBol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61750" y="1054225"/>
            <a:ext cx="8424000" cy="3720000"/>
          </a:xfrm>
          <a:prstGeom prst="rect">
            <a:avLst/>
          </a:prstGeom>
          <a:noFill/>
          <a:ln>
            <a:noFill/>
          </a:ln>
        </p:spPr>
        <p:txBody>
          <a:bodyPr anchorCtr="0" anchor="t" bIns="91425" lIns="91425" spcFirstLastPara="1" rIns="91425" wrap="square" tIns="91425">
            <a:normAutofit/>
          </a:bodyPr>
          <a:lstStyle>
            <a:lvl1pPr indent="-304800" lvl="0" marL="4572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1pPr>
            <a:lvl2pPr indent="-304800" lvl="1" marL="9144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2pPr>
            <a:lvl3pPr indent="-304800" lvl="2" marL="13716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3pPr>
            <a:lvl4pPr indent="-304800" lvl="3" marL="18288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4pPr>
            <a:lvl5pPr indent="-304800" lvl="4" marL="22860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5pPr>
            <a:lvl6pPr indent="-304800" lvl="5" marL="27432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6pPr>
            <a:lvl7pPr indent="-304800" lvl="6" marL="32004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7pPr>
            <a:lvl8pPr indent="-304800" lvl="7" marL="36576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8pPr>
            <a:lvl9pPr indent="-304800" lvl="8" marL="4114800" rtl="0">
              <a:lnSpc>
                <a:spcPct val="115000"/>
              </a:lnSpc>
              <a:spcBef>
                <a:spcPts val="0"/>
              </a:spcBef>
              <a:spcAft>
                <a:spcPts val="0"/>
              </a:spcAft>
              <a:buClr>
                <a:schemeClr val="dk1"/>
              </a:buClr>
              <a:buSzPts val="1200"/>
              <a:buFont typeface="Inter"/>
              <a:buChar char="■"/>
              <a:defRPr sz="1200">
                <a:solidFill>
                  <a:schemeClr val="dk1"/>
                </a:solidFill>
                <a:latin typeface="Inter"/>
                <a:ea typeface="Inter"/>
                <a:cs typeface="Inter"/>
                <a:sym typeface="Inter"/>
              </a:defRPr>
            </a:lvl9pPr>
          </a:lstStyle>
          <a:p/>
        </p:txBody>
      </p:sp>
      <p:sp>
        <p:nvSpPr>
          <p:cNvPr id="8" name="Google Shape;8;p1"/>
          <p:cNvSpPr txBox="1"/>
          <p:nvPr>
            <p:ph idx="12" type="sldNum"/>
          </p:nvPr>
        </p:nvSpPr>
        <p:spPr>
          <a:xfrm>
            <a:off x="8784000" y="4774100"/>
            <a:ext cx="360000" cy="260400"/>
          </a:xfrm>
          <a:prstGeom prst="rect">
            <a:avLst/>
          </a:prstGeom>
          <a:noFill/>
          <a:ln>
            <a:noFill/>
          </a:ln>
        </p:spPr>
        <p:txBody>
          <a:bodyPr anchorCtr="0" anchor="ctr" bIns="91425" lIns="91425" spcFirstLastPara="1" rIns="91425" wrap="square" tIns="91425">
            <a:noAutofit/>
          </a:bodyPr>
          <a:lstStyle>
            <a:lvl1pPr lvl="0">
              <a:buNone/>
              <a:defRPr sz="600">
                <a:solidFill>
                  <a:schemeClr val="lt2"/>
                </a:solidFill>
                <a:latin typeface="Inter"/>
                <a:ea typeface="Inter"/>
                <a:cs typeface="Inter"/>
                <a:sym typeface="Inter"/>
              </a:defRPr>
            </a:lvl1pPr>
            <a:lvl2pPr lvl="1">
              <a:buNone/>
              <a:defRPr sz="600">
                <a:solidFill>
                  <a:schemeClr val="lt2"/>
                </a:solidFill>
                <a:latin typeface="Inter"/>
                <a:ea typeface="Inter"/>
                <a:cs typeface="Inter"/>
                <a:sym typeface="Inter"/>
              </a:defRPr>
            </a:lvl2pPr>
            <a:lvl3pPr lvl="2">
              <a:buNone/>
              <a:defRPr sz="600">
                <a:solidFill>
                  <a:schemeClr val="lt2"/>
                </a:solidFill>
                <a:latin typeface="Inter"/>
                <a:ea typeface="Inter"/>
                <a:cs typeface="Inter"/>
                <a:sym typeface="Inter"/>
              </a:defRPr>
            </a:lvl3pPr>
            <a:lvl4pPr lvl="3">
              <a:buNone/>
              <a:defRPr sz="600">
                <a:solidFill>
                  <a:schemeClr val="lt2"/>
                </a:solidFill>
                <a:latin typeface="Inter"/>
                <a:ea typeface="Inter"/>
                <a:cs typeface="Inter"/>
                <a:sym typeface="Inter"/>
              </a:defRPr>
            </a:lvl4pPr>
            <a:lvl5pPr lvl="4">
              <a:buNone/>
              <a:defRPr sz="600">
                <a:solidFill>
                  <a:schemeClr val="lt2"/>
                </a:solidFill>
                <a:latin typeface="Inter"/>
                <a:ea typeface="Inter"/>
                <a:cs typeface="Inter"/>
                <a:sym typeface="Inter"/>
              </a:defRPr>
            </a:lvl5pPr>
            <a:lvl6pPr lvl="5">
              <a:buNone/>
              <a:defRPr sz="600">
                <a:solidFill>
                  <a:schemeClr val="lt2"/>
                </a:solidFill>
                <a:latin typeface="Inter"/>
                <a:ea typeface="Inter"/>
                <a:cs typeface="Inter"/>
                <a:sym typeface="Inter"/>
              </a:defRPr>
            </a:lvl6pPr>
            <a:lvl7pPr lvl="6">
              <a:buNone/>
              <a:defRPr sz="600">
                <a:solidFill>
                  <a:schemeClr val="lt2"/>
                </a:solidFill>
                <a:latin typeface="Inter"/>
                <a:ea typeface="Inter"/>
                <a:cs typeface="Inter"/>
                <a:sym typeface="Inter"/>
              </a:defRPr>
            </a:lvl7pPr>
            <a:lvl8pPr lvl="7">
              <a:buNone/>
              <a:defRPr sz="600">
                <a:solidFill>
                  <a:schemeClr val="lt2"/>
                </a:solidFill>
                <a:latin typeface="Inter"/>
                <a:ea typeface="Inter"/>
                <a:cs typeface="Inter"/>
                <a:sym typeface="Inter"/>
              </a:defRPr>
            </a:lvl8pPr>
            <a:lvl9pPr lvl="8">
              <a:buNone/>
              <a:defRPr sz="600">
                <a:solidFill>
                  <a:schemeClr val="lt2"/>
                </a:solidFill>
                <a:latin typeface="Inter"/>
                <a:ea typeface="Inter"/>
                <a:cs typeface="Inter"/>
                <a:sym typeface="Inter"/>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28">
          <p15:clr>
            <a:srgbClr val="EA4335"/>
          </p15:clr>
        </p15:guide>
        <p15:guide id="2" pos="5533">
          <p15:clr>
            <a:srgbClr val="EA4335"/>
          </p15:clr>
        </p15:guide>
        <p15:guide id="3" orient="horz" pos="658">
          <p15:clr>
            <a:srgbClr val="EA4335"/>
          </p15:clr>
        </p15:guide>
        <p15:guide id="4" orient="horz" pos="3007">
          <p15:clr>
            <a:srgbClr val="EA4335"/>
          </p15:clr>
        </p15:guide>
        <p15:guide id="5" orient="horz" pos="227">
          <p15:clr>
            <a:srgbClr val="EA4335"/>
          </p15:clr>
        </p15:guide>
        <p15:guide id="6" orient="horz" pos="54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4"/>
          <p:cNvSpPr txBox="1"/>
          <p:nvPr>
            <p:ph type="ctrTitle"/>
          </p:nvPr>
        </p:nvSpPr>
        <p:spPr>
          <a:xfrm>
            <a:off x="360750" y="4043015"/>
            <a:ext cx="8422500" cy="501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Unsupervised learning - overview</a:t>
            </a:r>
            <a:endParaRPr/>
          </a:p>
        </p:txBody>
      </p:sp>
      <p:sp>
        <p:nvSpPr>
          <p:cNvPr id="364" name="Google Shape;364;p34"/>
          <p:cNvSpPr txBox="1"/>
          <p:nvPr>
            <p:ph idx="1" type="subTitle"/>
          </p:nvPr>
        </p:nvSpPr>
        <p:spPr>
          <a:xfrm>
            <a:off x="361750" y="3642258"/>
            <a:ext cx="8422500" cy="359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Unsupervised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cxnSp>
        <p:nvCxnSpPr>
          <p:cNvPr id="369" name="Google Shape;369;p35"/>
          <p:cNvCxnSpPr/>
          <p:nvPr/>
        </p:nvCxnSpPr>
        <p:spPr>
          <a:xfrm>
            <a:off x="8382815" y="3427725"/>
            <a:ext cx="6600" cy="1347900"/>
          </a:xfrm>
          <a:prstGeom prst="straightConnector1">
            <a:avLst/>
          </a:prstGeom>
          <a:noFill/>
          <a:ln cap="flat" cmpd="sng" w="19050">
            <a:solidFill>
              <a:schemeClr val="accent6"/>
            </a:solidFill>
            <a:prstDash val="solid"/>
            <a:round/>
            <a:headEnd len="med" w="med" type="none"/>
            <a:tailEnd len="med" w="med" type="diamond"/>
          </a:ln>
        </p:spPr>
      </p:cxnSp>
      <p:sp>
        <p:nvSpPr>
          <p:cNvPr id="370" name="Google Shape;370;p35"/>
          <p:cNvSpPr txBox="1"/>
          <p:nvPr>
            <p:ph idx="1" type="body"/>
          </p:nvPr>
        </p:nvSpPr>
        <p:spPr>
          <a:xfrm>
            <a:off x="361750" y="1044800"/>
            <a:ext cx="4119600" cy="3729300"/>
          </a:xfrm>
          <a:prstGeom prst="rect">
            <a:avLst/>
          </a:prstGeom>
        </p:spPr>
        <p:txBody>
          <a:bodyPr anchorCtr="0" anchor="t" bIns="91425" lIns="0" spcFirstLastPara="1" rIns="91425" wrap="square" tIns="91425">
            <a:noAutofit/>
          </a:bodyPr>
          <a:lstStyle/>
          <a:p>
            <a:pPr indent="0" lvl="0" marL="0" rtl="0" algn="l">
              <a:spcBef>
                <a:spcPts val="0"/>
              </a:spcBef>
              <a:spcAft>
                <a:spcPts val="1200"/>
              </a:spcAft>
              <a:buNone/>
            </a:pPr>
            <a:r>
              <a:rPr lang="en"/>
              <a:t>Unsupervised learning has evolved through decades of research and innovation. Initially, the focus in data analysis was predominantly on manual classification and data interpretation.</a:t>
            </a:r>
            <a:endParaRPr/>
          </a:p>
        </p:txBody>
      </p:sp>
      <p:sp>
        <p:nvSpPr>
          <p:cNvPr id="371" name="Google Shape;371;p35"/>
          <p:cNvSpPr txBox="1"/>
          <p:nvPr>
            <p:ph idx="4294967295" type="title"/>
          </p:nvPr>
        </p:nvSpPr>
        <p:spPr>
          <a:xfrm>
            <a:off x="360000" y="502253"/>
            <a:ext cx="8424000" cy="35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Historical context of unsupervised learning</a:t>
            </a:r>
            <a:endParaRPr/>
          </a:p>
        </p:txBody>
      </p:sp>
      <p:sp>
        <p:nvSpPr>
          <p:cNvPr id="372" name="Google Shape;372;p35"/>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lang="en"/>
              <a:t>Unsupervised learning </a:t>
            </a:r>
            <a:endParaRPr/>
          </a:p>
        </p:txBody>
      </p:sp>
      <p:sp>
        <p:nvSpPr>
          <p:cNvPr id="373" name="Google Shape;373;p35"/>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74" name="Google Shape;374;p35"/>
          <p:cNvSpPr/>
          <p:nvPr/>
        </p:nvSpPr>
        <p:spPr>
          <a:xfrm>
            <a:off x="7616361" y="3053812"/>
            <a:ext cx="778800" cy="778800"/>
          </a:xfrm>
          <a:prstGeom prst="ellipse">
            <a:avLst/>
          </a:prstGeom>
          <a:solidFill>
            <a:srgbClr val="ED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5"/>
          <p:cNvSpPr/>
          <p:nvPr/>
        </p:nvSpPr>
        <p:spPr>
          <a:xfrm>
            <a:off x="6894838" y="3241150"/>
            <a:ext cx="797700" cy="404100"/>
          </a:xfrm>
          <a:prstGeom prst="rightArrow">
            <a:avLst>
              <a:gd fmla="val 50000" name="adj1"/>
              <a:gd fmla="val 50000" name="adj2"/>
            </a:avLst>
          </a:prstGeom>
          <a:solidFill>
            <a:srgbClr val="1A274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5"/>
          <p:cNvSpPr txBox="1"/>
          <p:nvPr/>
        </p:nvSpPr>
        <p:spPr>
          <a:xfrm>
            <a:off x="7571944" y="3373544"/>
            <a:ext cx="918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chemeClr val="lt1"/>
                </a:solidFill>
              </a:rPr>
              <a:t>Deep learning influence</a:t>
            </a:r>
            <a:endParaRPr b="1" sz="800">
              <a:solidFill>
                <a:schemeClr val="lt1"/>
              </a:solidFill>
            </a:endParaRPr>
          </a:p>
        </p:txBody>
      </p:sp>
      <p:sp>
        <p:nvSpPr>
          <p:cNvPr id="377" name="Google Shape;377;p35"/>
          <p:cNvSpPr txBox="1"/>
          <p:nvPr/>
        </p:nvSpPr>
        <p:spPr>
          <a:xfrm>
            <a:off x="7717150" y="3134025"/>
            <a:ext cx="577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u="sng">
                <a:solidFill>
                  <a:schemeClr val="lt1"/>
                </a:solidFill>
              </a:rPr>
              <a:t>2000s</a:t>
            </a:r>
            <a:endParaRPr u="sng">
              <a:solidFill>
                <a:schemeClr val="lt1"/>
              </a:solidFill>
            </a:endParaRPr>
          </a:p>
        </p:txBody>
      </p:sp>
      <p:sp>
        <p:nvSpPr>
          <p:cNvPr id="378" name="Google Shape;378;p35"/>
          <p:cNvSpPr txBox="1"/>
          <p:nvPr>
            <p:ph idx="2" type="body"/>
          </p:nvPr>
        </p:nvSpPr>
        <p:spPr>
          <a:xfrm>
            <a:off x="748325" y="3815025"/>
            <a:ext cx="2138100" cy="941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900"/>
              <a:t>Hierarchical clustering introduced,</a:t>
            </a:r>
            <a:br>
              <a:rPr lang="en" sz="900">
                <a:solidFill>
                  <a:schemeClr val="lt1"/>
                </a:solidFill>
                <a:highlight>
                  <a:srgbClr val="3B82F6"/>
                </a:highlight>
              </a:rPr>
            </a:br>
            <a:r>
              <a:rPr lang="en" sz="900"/>
              <a:t>enabling the </a:t>
            </a:r>
            <a:r>
              <a:rPr b="1" lang="en" sz="900">
                <a:solidFill>
                  <a:schemeClr val="lt1"/>
                </a:solidFill>
                <a:highlight>
                  <a:srgbClr val="3B82F6"/>
                </a:highlight>
              </a:rPr>
              <a:t>visualisation of</a:t>
            </a:r>
            <a:r>
              <a:rPr lang="en" sz="900">
                <a:solidFill>
                  <a:srgbClr val="3B82F6"/>
                </a:solidFill>
                <a:highlight>
                  <a:srgbClr val="3B82F6"/>
                </a:highlight>
              </a:rPr>
              <a:t>_</a:t>
            </a:r>
            <a:br>
              <a:rPr lang="en" sz="900">
                <a:solidFill>
                  <a:schemeClr val="lt1"/>
                </a:solidFill>
                <a:highlight>
                  <a:srgbClr val="3B82F6"/>
                </a:highlight>
              </a:rPr>
            </a:br>
            <a:r>
              <a:rPr lang="en" sz="900">
                <a:solidFill>
                  <a:srgbClr val="3B82F6"/>
                </a:solidFill>
                <a:highlight>
                  <a:srgbClr val="3B82F6"/>
                </a:highlight>
              </a:rPr>
              <a:t>_t</a:t>
            </a:r>
            <a:r>
              <a:rPr b="1" lang="en" sz="900">
                <a:solidFill>
                  <a:schemeClr val="lt1"/>
                </a:solidFill>
                <a:highlight>
                  <a:srgbClr val="3B82F6"/>
                </a:highlight>
              </a:rPr>
              <a:t>data relationships</a:t>
            </a:r>
            <a:r>
              <a:rPr b="1" lang="en" sz="900">
                <a:solidFill>
                  <a:schemeClr val="accent1"/>
                </a:solidFill>
                <a:highlight>
                  <a:srgbClr val="3B82F6"/>
                </a:highlight>
              </a:rPr>
              <a:t>_</a:t>
            </a:r>
            <a:r>
              <a:rPr lang="en" sz="900"/>
              <a:t> through</a:t>
            </a:r>
            <a:br>
              <a:rPr lang="en" sz="900">
                <a:solidFill>
                  <a:schemeClr val="lt1"/>
                </a:solidFill>
                <a:highlight>
                  <a:srgbClr val="3B82F6"/>
                </a:highlight>
              </a:rPr>
            </a:br>
            <a:r>
              <a:rPr lang="en" sz="900">
                <a:solidFill>
                  <a:srgbClr val="3B82F6"/>
                </a:solidFill>
                <a:highlight>
                  <a:srgbClr val="3B82F6"/>
                </a:highlight>
              </a:rPr>
              <a:t>_</a:t>
            </a:r>
            <a:r>
              <a:rPr b="1" lang="en" sz="900">
                <a:solidFill>
                  <a:schemeClr val="lt1"/>
                </a:solidFill>
                <a:highlight>
                  <a:srgbClr val="3B82F6"/>
                </a:highlight>
              </a:rPr>
              <a:t>tree-like models</a:t>
            </a:r>
            <a:r>
              <a:rPr lang="en" sz="900">
                <a:solidFill>
                  <a:schemeClr val="lt1"/>
                </a:solidFill>
                <a:highlight>
                  <a:srgbClr val="3B82F6"/>
                </a:highlight>
              </a:rPr>
              <a:t>.</a:t>
            </a:r>
            <a:r>
              <a:rPr lang="en" sz="900">
                <a:solidFill>
                  <a:srgbClr val="3B82F6"/>
                </a:solidFill>
                <a:highlight>
                  <a:srgbClr val="3B82F6"/>
                </a:highlight>
              </a:rPr>
              <a:t>_</a:t>
            </a:r>
            <a:endParaRPr sz="900">
              <a:solidFill>
                <a:srgbClr val="3B82F6"/>
              </a:solidFill>
              <a:highlight>
                <a:srgbClr val="3B82F6"/>
              </a:highlight>
            </a:endParaRPr>
          </a:p>
        </p:txBody>
      </p:sp>
      <p:sp>
        <p:nvSpPr>
          <p:cNvPr id="379" name="Google Shape;379;p35"/>
          <p:cNvSpPr txBox="1"/>
          <p:nvPr>
            <p:ph idx="2" type="body"/>
          </p:nvPr>
        </p:nvSpPr>
        <p:spPr>
          <a:xfrm>
            <a:off x="3287400" y="3815025"/>
            <a:ext cx="2338800" cy="941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900"/>
              <a:t>Introduction of methods such as</a:t>
            </a:r>
            <a:br>
              <a:rPr lang="en" sz="900">
                <a:highlight>
                  <a:srgbClr val="FFDA74"/>
                </a:highlight>
              </a:rPr>
            </a:br>
            <a:r>
              <a:rPr lang="en" sz="900">
                <a:solidFill>
                  <a:srgbClr val="FFDA74"/>
                </a:solidFill>
                <a:highlight>
                  <a:srgbClr val="FFDA74"/>
                </a:highlight>
              </a:rPr>
              <a:t>_</a:t>
            </a:r>
            <a:r>
              <a:rPr b="1" lang="en" sz="900">
                <a:highlight>
                  <a:srgbClr val="FFDA74"/>
                </a:highlight>
              </a:rPr>
              <a:t>t-SNE</a:t>
            </a:r>
            <a:r>
              <a:rPr b="1" lang="en" sz="900">
                <a:solidFill>
                  <a:srgbClr val="FFDA74"/>
                </a:solidFill>
                <a:highlight>
                  <a:srgbClr val="FFDA74"/>
                </a:highlight>
              </a:rPr>
              <a:t>_</a:t>
            </a:r>
            <a:r>
              <a:rPr lang="en" sz="900"/>
              <a:t> (t-Distributed Stochastic</a:t>
            </a:r>
            <a:br>
              <a:rPr lang="en" sz="900">
                <a:highlight>
                  <a:srgbClr val="FFDA74"/>
                </a:highlight>
              </a:rPr>
            </a:br>
            <a:r>
              <a:rPr lang="en" sz="900"/>
              <a:t>Neighbour Embedding) for</a:t>
            </a:r>
            <a:r>
              <a:rPr lang="en" sz="900">
                <a:highlight>
                  <a:srgbClr val="FFDA74"/>
                </a:highlight>
              </a:rPr>
              <a:t> </a:t>
            </a:r>
            <a:br>
              <a:rPr lang="en" sz="900">
                <a:highlight>
                  <a:srgbClr val="FFDA74"/>
                </a:highlight>
              </a:rPr>
            </a:br>
            <a:r>
              <a:rPr lang="en" sz="900">
                <a:solidFill>
                  <a:srgbClr val="FFDA74"/>
                </a:solidFill>
                <a:highlight>
                  <a:srgbClr val="FFDA74"/>
                </a:highlight>
              </a:rPr>
              <a:t>_</a:t>
            </a:r>
            <a:r>
              <a:rPr b="1" lang="en" sz="900">
                <a:highlight>
                  <a:srgbClr val="FFDA74"/>
                </a:highlight>
              </a:rPr>
              <a:t>visualisation high-dimensional</a:t>
            </a:r>
            <a:r>
              <a:rPr b="1" lang="en" sz="900">
                <a:solidFill>
                  <a:srgbClr val="FFDA74"/>
                </a:solidFill>
                <a:highlight>
                  <a:srgbClr val="FFDA74"/>
                </a:highlight>
              </a:rPr>
              <a:t>_</a:t>
            </a:r>
            <a:r>
              <a:rPr b="1" lang="en" sz="900"/>
              <a:t> </a:t>
            </a:r>
            <a:r>
              <a:rPr lang="en" sz="900"/>
              <a:t>data</a:t>
            </a:r>
            <a:r>
              <a:rPr lang="en" sz="900"/>
              <a:t>.</a:t>
            </a:r>
            <a:endParaRPr sz="900">
              <a:solidFill>
                <a:srgbClr val="FFDA74"/>
              </a:solidFill>
            </a:endParaRPr>
          </a:p>
        </p:txBody>
      </p:sp>
      <p:sp>
        <p:nvSpPr>
          <p:cNvPr id="380" name="Google Shape;380;p35"/>
          <p:cNvSpPr txBox="1"/>
          <p:nvPr>
            <p:ph idx="2" type="body"/>
          </p:nvPr>
        </p:nvSpPr>
        <p:spPr>
          <a:xfrm>
            <a:off x="765975" y="2152275"/>
            <a:ext cx="2201100" cy="941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900"/>
              <a:t>Stuart Lloyd's implementation of</a:t>
            </a:r>
            <a:br>
              <a:rPr lang="en" sz="900"/>
            </a:br>
            <a:r>
              <a:rPr lang="en" sz="900"/>
              <a:t>The </a:t>
            </a:r>
            <a:r>
              <a:rPr lang="en" sz="900">
                <a:solidFill>
                  <a:srgbClr val="7053EA"/>
                </a:solidFill>
                <a:highlight>
                  <a:srgbClr val="7053EA"/>
                </a:highlight>
              </a:rPr>
              <a:t>_</a:t>
            </a:r>
            <a:r>
              <a:rPr b="1" lang="en" sz="900">
                <a:solidFill>
                  <a:schemeClr val="lt1"/>
                </a:solidFill>
                <a:highlight>
                  <a:srgbClr val="7053EA"/>
                </a:highlight>
              </a:rPr>
              <a:t>k-means clustering algorithm</a:t>
            </a:r>
            <a:r>
              <a:rPr b="1" lang="en" sz="900">
                <a:solidFill>
                  <a:srgbClr val="7053EA"/>
                </a:solidFill>
                <a:highlight>
                  <a:srgbClr val="7053EA"/>
                </a:highlight>
              </a:rPr>
              <a:t>_</a:t>
            </a:r>
            <a:br>
              <a:rPr lang="en" sz="900"/>
            </a:br>
            <a:r>
              <a:rPr lang="en" sz="900"/>
              <a:t>for </a:t>
            </a:r>
            <a:r>
              <a:rPr lang="en" sz="900">
                <a:solidFill>
                  <a:srgbClr val="7053EA"/>
                </a:solidFill>
                <a:highlight>
                  <a:srgbClr val="7053EA"/>
                </a:highlight>
              </a:rPr>
              <a:t>_</a:t>
            </a:r>
            <a:r>
              <a:rPr b="1" lang="en" sz="900">
                <a:solidFill>
                  <a:schemeClr val="lt1"/>
                </a:solidFill>
                <a:highlight>
                  <a:srgbClr val="7053EA"/>
                </a:highlight>
              </a:rPr>
              <a:t>pulse-code modulation</a:t>
            </a:r>
            <a:r>
              <a:rPr b="1" lang="en" sz="900">
                <a:solidFill>
                  <a:srgbClr val="7053EA"/>
                </a:solidFill>
                <a:highlight>
                  <a:srgbClr val="7053EA"/>
                </a:highlight>
              </a:rPr>
              <a:t>_</a:t>
            </a:r>
            <a:r>
              <a:rPr lang="en" sz="900"/>
              <a:t>,</a:t>
            </a:r>
            <a:br>
              <a:rPr lang="en" sz="900"/>
            </a:br>
            <a:r>
              <a:rPr lang="en" sz="900"/>
              <a:t>published in 1982.</a:t>
            </a:r>
            <a:endParaRPr sz="900"/>
          </a:p>
        </p:txBody>
      </p:sp>
      <p:sp>
        <p:nvSpPr>
          <p:cNvPr id="381" name="Google Shape;381;p35"/>
          <p:cNvSpPr txBox="1"/>
          <p:nvPr>
            <p:ph idx="2" type="body"/>
          </p:nvPr>
        </p:nvSpPr>
        <p:spPr>
          <a:xfrm>
            <a:off x="6266800" y="2154800"/>
            <a:ext cx="2201100" cy="941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900">
                <a:solidFill>
                  <a:schemeClr val="accent2"/>
                </a:solidFill>
                <a:highlight>
                  <a:schemeClr val="accent2"/>
                </a:highlight>
              </a:rPr>
              <a:t>_</a:t>
            </a:r>
            <a:r>
              <a:rPr b="1" lang="en" sz="900">
                <a:highlight>
                  <a:schemeClr val="accent2"/>
                </a:highlight>
              </a:rPr>
              <a:t>Internet and computing advances</a:t>
            </a:r>
            <a:r>
              <a:rPr lang="en" sz="900">
                <a:highlight>
                  <a:schemeClr val="accent2"/>
                </a:highlight>
              </a:rPr>
              <a:t> </a:t>
            </a:r>
            <a:r>
              <a:rPr lang="en" sz="900">
                <a:solidFill>
                  <a:schemeClr val="accent2"/>
                </a:solidFill>
                <a:highlight>
                  <a:schemeClr val="accent2"/>
                </a:highlight>
              </a:rPr>
              <a:t>_</a:t>
            </a:r>
            <a:br>
              <a:rPr lang="en" sz="900">
                <a:highlight>
                  <a:schemeClr val="accent2"/>
                </a:highlight>
              </a:rPr>
            </a:br>
            <a:r>
              <a:rPr lang="en" sz="900"/>
              <a:t>have greatly improved, enhancing</a:t>
            </a:r>
            <a:br>
              <a:rPr lang="en" sz="900"/>
            </a:br>
            <a:r>
              <a:rPr lang="en" sz="900"/>
              <a:t>algorithms' ability to </a:t>
            </a:r>
            <a:r>
              <a:rPr lang="en" sz="900">
                <a:solidFill>
                  <a:schemeClr val="accent2"/>
                </a:solidFill>
                <a:highlight>
                  <a:schemeClr val="accent2"/>
                </a:highlight>
              </a:rPr>
              <a:t>_</a:t>
            </a:r>
            <a:r>
              <a:rPr b="1" lang="en" sz="900">
                <a:highlight>
                  <a:schemeClr val="accent2"/>
                </a:highlight>
              </a:rPr>
              <a:t>handle</a:t>
            </a:r>
            <a:r>
              <a:rPr lang="en" sz="900">
                <a:solidFill>
                  <a:schemeClr val="accent2"/>
                </a:solidFill>
                <a:highlight>
                  <a:schemeClr val="accent2"/>
                </a:highlight>
              </a:rPr>
              <a:t>_</a:t>
            </a:r>
            <a:br>
              <a:rPr lang="en" sz="900">
                <a:highlight>
                  <a:schemeClr val="accent2"/>
                </a:highlight>
              </a:rPr>
            </a:br>
            <a:r>
              <a:rPr lang="en" sz="900">
                <a:solidFill>
                  <a:schemeClr val="accent2"/>
                </a:solidFill>
                <a:highlight>
                  <a:schemeClr val="accent2"/>
                </a:highlight>
              </a:rPr>
              <a:t>_</a:t>
            </a:r>
            <a:r>
              <a:rPr b="1" lang="en" sz="900">
                <a:highlight>
                  <a:schemeClr val="accent2"/>
                </a:highlight>
              </a:rPr>
              <a:t>complex datasets</a:t>
            </a:r>
            <a:r>
              <a:rPr lang="en" sz="900">
                <a:highlight>
                  <a:schemeClr val="accent2"/>
                </a:highlight>
              </a:rPr>
              <a:t>.</a:t>
            </a:r>
            <a:r>
              <a:rPr lang="en" sz="900">
                <a:solidFill>
                  <a:schemeClr val="accent2"/>
                </a:solidFill>
                <a:highlight>
                  <a:schemeClr val="accent2"/>
                </a:highlight>
              </a:rPr>
              <a:t>_</a:t>
            </a:r>
            <a:endParaRPr sz="900">
              <a:solidFill>
                <a:schemeClr val="accent2"/>
              </a:solidFill>
              <a:highlight>
                <a:schemeClr val="accent2"/>
              </a:highlight>
            </a:endParaRPr>
          </a:p>
        </p:txBody>
      </p:sp>
      <p:cxnSp>
        <p:nvCxnSpPr>
          <p:cNvPr id="382" name="Google Shape;382;p35"/>
          <p:cNvCxnSpPr/>
          <p:nvPr/>
        </p:nvCxnSpPr>
        <p:spPr>
          <a:xfrm rot="10800000">
            <a:off x="6260988" y="2132197"/>
            <a:ext cx="0" cy="1336500"/>
          </a:xfrm>
          <a:prstGeom prst="straightConnector1">
            <a:avLst/>
          </a:prstGeom>
          <a:noFill/>
          <a:ln cap="flat" cmpd="sng" w="19050">
            <a:solidFill>
              <a:schemeClr val="accent2"/>
            </a:solidFill>
            <a:prstDash val="solid"/>
            <a:round/>
            <a:headEnd len="med" w="med" type="none"/>
            <a:tailEnd len="med" w="med" type="diamond"/>
          </a:ln>
        </p:spPr>
      </p:cxnSp>
      <p:sp>
        <p:nvSpPr>
          <p:cNvPr id="383" name="Google Shape;383;p35"/>
          <p:cNvSpPr/>
          <p:nvPr/>
        </p:nvSpPr>
        <p:spPr>
          <a:xfrm>
            <a:off x="6243561" y="3053812"/>
            <a:ext cx="778800" cy="778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5"/>
          <p:cNvSpPr/>
          <p:nvPr/>
        </p:nvSpPr>
        <p:spPr>
          <a:xfrm>
            <a:off x="5522038" y="3241150"/>
            <a:ext cx="797700" cy="404100"/>
          </a:xfrm>
          <a:prstGeom prst="rightArrow">
            <a:avLst>
              <a:gd fmla="val 50000" name="adj1"/>
              <a:gd fmla="val 50000" name="adj2"/>
            </a:avLst>
          </a:prstGeom>
          <a:solidFill>
            <a:srgbClr val="1A274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5"/>
          <p:cNvSpPr txBox="1"/>
          <p:nvPr/>
        </p:nvSpPr>
        <p:spPr>
          <a:xfrm>
            <a:off x="6173500" y="3373550"/>
            <a:ext cx="918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chemeClr val="dk1"/>
                </a:solidFill>
              </a:rPr>
              <a:t>… </a:t>
            </a:r>
            <a:endParaRPr b="1" sz="800">
              <a:solidFill>
                <a:schemeClr val="dk1"/>
              </a:solidFill>
            </a:endParaRPr>
          </a:p>
          <a:p>
            <a:pPr indent="0" lvl="0" marL="0" rtl="0" algn="ctr">
              <a:spcBef>
                <a:spcPts val="0"/>
              </a:spcBef>
              <a:spcAft>
                <a:spcPts val="0"/>
              </a:spcAft>
              <a:buNone/>
            </a:pPr>
            <a:r>
              <a:rPr b="1" lang="en" sz="800">
                <a:solidFill>
                  <a:schemeClr val="dk1"/>
                </a:solidFill>
              </a:rPr>
              <a:t>to present</a:t>
            </a:r>
            <a:endParaRPr b="1" sz="800">
              <a:solidFill>
                <a:schemeClr val="dk1"/>
              </a:solidFill>
            </a:endParaRPr>
          </a:p>
        </p:txBody>
      </p:sp>
      <p:sp>
        <p:nvSpPr>
          <p:cNvPr id="386" name="Google Shape;386;p35"/>
          <p:cNvSpPr txBox="1"/>
          <p:nvPr/>
        </p:nvSpPr>
        <p:spPr>
          <a:xfrm>
            <a:off x="6357175" y="3134025"/>
            <a:ext cx="577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u="sng">
                <a:solidFill>
                  <a:schemeClr val="dk1"/>
                </a:solidFill>
              </a:rPr>
              <a:t>1990s</a:t>
            </a:r>
            <a:endParaRPr u="sng">
              <a:solidFill>
                <a:schemeClr val="dk1"/>
              </a:solidFill>
            </a:endParaRPr>
          </a:p>
        </p:txBody>
      </p:sp>
      <p:sp>
        <p:nvSpPr>
          <p:cNvPr id="387" name="Google Shape;387;p35"/>
          <p:cNvSpPr txBox="1"/>
          <p:nvPr>
            <p:ph idx="2" type="body"/>
          </p:nvPr>
        </p:nvSpPr>
        <p:spPr>
          <a:xfrm>
            <a:off x="3518450" y="2152275"/>
            <a:ext cx="2201100" cy="9417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900">
                <a:solidFill>
                  <a:srgbClr val="14A961"/>
                </a:solidFill>
                <a:highlight>
                  <a:srgbClr val="14A961"/>
                </a:highlight>
              </a:rPr>
              <a:t>_</a:t>
            </a:r>
            <a:r>
              <a:rPr b="1" lang="en" sz="900">
                <a:solidFill>
                  <a:schemeClr val="lt1"/>
                </a:solidFill>
                <a:highlight>
                  <a:srgbClr val="14A961"/>
                </a:highlight>
              </a:rPr>
              <a:t>DBSCAN </a:t>
            </a:r>
            <a:r>
              <a:rPr lang="en" sz="900"/>
              <a:t>(Density-based spatial</a:t>
            </a:r>
            <a:br>
              <a:rPr lang="en" sz="900">
                <a:solidFill>
                  <a:srgbClr val="14A961"/>
                </a:solidFill>
                <a:highlight>
                  <a:srgbClr val="14A961"/>
                </a:highlight>
              </a:rPr>
            </a:br>
            <a:r>
              <a:rPr lang="en" sz="900"/>
              <a:t>clustering of applications with noise)</a:t>
            </a:r>
            <a:br>
              <a:rPr lang="en" sz="900"/>
            </a:br>
            <a:r>
              <a:rPr lang="en" sz="900"/>
              <a:t>introduced to manage</a:t>
            </a:r>
            <a:r>
              <a:rPr lang="en" sz="900">
                <a:solidFill>
                  <a:schemeClr val="lt1"/>
                </a:solidFill>
              </a:rPr>
              <a:t> </a:t>
            </a:r>
            <a:r>
              <a:rPr lang="en" sz="900"/>
              <a:t>data</a:t>
            </a:r>
            <a:r>
              <a:rPr b="1" lang="en" sz="900">
                <a:solidFill>
                  <a:schemeClr val="lt1"/>
                </a:solidFill>
              </a:rPr>
              <a:t> </a:t>
            </a:r>
            <a:r>
              <a:rPr lang="en" sz="900"/>
              <a:t>in</a:t>
            </a:r>
            <a:br>
              <a:rPr lang="en" sz="900">
                <a:solidFill>
                  <a:schemeClr val="lt1"/>
                </a:solidFill>
                <a:highlight>
                  <a:srgbClr val="14A961"/>
                </a:highlight>
              </a:rPr>
            </a:br>
            <a:r>
              <a:rPr lang="en" sz="900">
                <a:solidFill>
                  <a:srgbClr val="14A961"/>
                </a:solidFill>
                <a:highlight>
                  <a:srgbClr val="14A961"/>
                </a:highlight>
              </a:rPr>
              <a:t>_</a:t>
            </a:r>
            <a:r>
              <a:rPr b="1" lang="en" sz="900">
                <a:solidFill>
                  <a:schemeClr val="lt1"/>
                </a:solidFill>
                <a:highlight>
                  <a:srgbClr val="14A961"/>
                </a:highlight>
              </a:rPr>
              <a:t>densely populated regions</a:t>
            </a:r>
            <a:r>
              <a:rPr lang="en" sz="900">
                <a:solidFill>
                  <a:schemeClr val="lt1"/>
                </a:solidFill>
                <a:highlight>
                  <a:srgbClr val="14A961"/>
                </a:highlight>
              </a:rPr>
              <a:t>.</a:t>
            </a:r>
            <a:r>
              <a:rPr lang="en" sz="900">
                <a:solidFill>
                  <a:srgbClr val="14A961"/>
                </a:solidFill>
                <a:highlight>
                  <a:srgbClr val="14A961"/>
                </a:highlight>
              </a:rPr>
              <a:t>_</a:t>
            </a:r>
            <a:endParaRPr sz="900">
              <a:solidFill>
                <a:srgbClr val="14A961"/>
              </a:solidFill>
              <a:highlight>
                <a:srgbClr val="14A961"/>
              </a:highlight>
            </a:endParaRPr>
          </a:p>
        </p:txBody>
      </p:sp>
      <p:cxnSp>
        <p:nvCxnSpPr>
          <p:cNvPr id="388" name="Google Shape;388;p35"/>
          <p:cNvCxnSpPr/>
          <p:nvPr/>
        </p:nvCxnSpPr>
        <p:spPr>
          <a:xfrm>
            <a:off x="5631331" y="3427725"/>
            <a:ext cx="6600" cy="1347900"/>
          </a:xfrm>
          <a:prstGeom prst="straightConnector1">
            <a:avLst/>
          </a:prstGeom>
          <a:noFill/>
          <a:ln cap="flat" cmpd="sng" w="19050">
            <a:solidFill>
              <a:srgbClr val="FFDA74"/>
            </a:solidFill>
            <a:prstDash val="solid"/>
            <a:round/>
            <a:headEnd len="med" w="med" type="none"/>
            <a:tailEnd len="med" w="med" type="diamond"/>
          </a:ln>
        </p:spPr>
      </p:cxnSp>
      <p:sp>
        <p:nvSpPr>
          <p:cNvPr id="389" name="Google Shape;389;p35"/>
          <p:cNvSpPr/>
          <p:nvPr/>
        </p:nvSpPr>
        <p:spPr>
          <a:xfrm>
            <a:off x="4870761" y="3053800"/>
            <a:ext cx="778800" cy="778800"/>
          </a:xfrm>
          <a:prstGeom prst="ellipse">
            <a:avLst/>
          </a:prstGeom>
          <a:solidFill>
            <a:srgbClr val="FFC2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5"/>
          <p:cNvSpPr/>
          <p:nvPr/>
        </p:nvSpPr>
        <p:spPr>
          <a:xfrm>
            <a:off x="4149238" y="3241150"/>
            <a:ext cx="797700" cy="404100"/>
          </a:xfrm>
          <a:prstGeom prst="rightArrow">
            <a:avLst>
              <a:gd fmla="val 50000" name="adj1"/>
              <a:gd fmla="val 50000" name="adj2"/>
            </a:avLst>
          </a:prstGeom>
          <a:solidFill>
            <a:srgbClr val="1A274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5"/>
          <p:cNvSpPr txBox="1"/>
          <p:nvPr/>
        </p:nvSpPr>
        <p:spPr>
          <a:xfrm>
            <a:off x="4800700" y="3259775"/>
            <a:ext cx="9189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chemeClr val="dk1"/>
                </a:solidFill>
              </a:rPr>
              <a:t>Non-linear dimensionality reduction</a:t>
            </a:r>
            <a:endParaRPr b="1" sz="800">
              <a:solidFill>
                <a:schemeClr val="dk1"/>
              </a:solidFill>
            </a:endParaRPr>
          </a:p>
        </p:txBody>
      </p:sp>
      <p:sp>
        <p:nvSpPr>
          <p:cNvPr id="392" name="Google Shape;392;p35"/>
          <p:cNvSpPr txBox="1"/>
          <p:nvPr/>
        </p:nvSpPr>
        <p:spPr>
          <a:xfrm>
            <a:off x="4996000" y="3072525"/>
            <a:ext cx="528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u="sng">
                <a:solidFill>
                  <a:schemeClr val="dk1"/>
                </a:solidFill>
              </a:rPr>
              <a:t>1980</a:t>
            </a:r>
            <a:endParaRPr u="sng">
              <a:solidFill>
                <a:schemeClr val="dk1"/>
              </a:solidFill>
            </a:endParaRPr>
          </a:p>
        </p:txBody>
      </p:sp>
      <p:cxnSp>
        <p:nvCxnSpPr>
          <p:cNvPr id="393" name="Google Shape;393;p35"/>
          <p:cNvCxnSpPr/>
          <p:nvPr/>
        </p:nvCxnSpPr>
        <p:spPr>
          <a:xfrm rot="10800000">
            <a:off x="3518459" y="2129675"/>
            <a:ext cx="0" cy="1336500"/>
          </a:xfrm>
          <a:prstGeom prst="straightConnector1">
            <a:avLst/>
          </a:prstGeom>
          <a:noFill/>
          <a:ln cap="flat" cmpd="sng" w="19050">
            <a:solidFill>
              <a:srgbClr val="1BA796"/>
            </a:solidFill>
            <a:prstDash val="solid"/>
            <a:round/>
            <a:headEnd len="med" w="med" type="none"/>
            <a:tailEnd len="med" w="med" type="diamond"/>
          </a:ln>
        </p:spPr>
      </p:cxnSp>
      <p:sp>
        <p:nvSpPr>
          <p:cNvPr id="394" name="Google Shape;394;p35"/>
          <p:cNvSpPr/>
          <p:nvPr/>
        </p:nvSpPr>
        <p:spPr>
          <a:xfrm>
            <a:off x="3497961" y="3053812"/>
            <a:ext cx="778800" cy="778800"/>
          </a:xfrm>
          <a:prstGeom prst="ellipse">
            <a:avLst/>
          </a:prstGeom>
          <a:solidFill>
            <a:srgbClr val="14A9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5"/>
          <p:cNvSpPr txBox="1"/>
          <p:nvPr/>
        </p:nvSpPr>
        <p:spPr>
          <a:xfrm>
            <a:off x="3427900" y="3373560"/>
            <a:ext cx="918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chemeClr val="lt1"/>
                </a:solidFill>
              </a:rPr>
              <a:t>Density-based clustering</a:t>
            </a:r>
            <a:endParaRPr b="1" sz="800">
              <a:solidFill>
                <a:schemeClr val="lt1"/>
              </a:solidFill>
            </a:endParaRPr>
          </a:p>
        </p:txBody>
      </p:sp>
      <p:sp>
        <p:nvSpPr>
          <p:cNvPr id="396" name="Google Shape;396;p35"/>
          <p:cNvSpPr txBox="1"/>
          <p:nvPr/>
        </p:nvSpPr>
        <p:spPr>
          <a:xfrm>
            <a:off x="3623200" y="3134025"/>
            <a:ext cx="528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u="sng">
                <a:solidFill>
                  <a:schemeClr val="lt1"/>
                </a:solidFill>
              </a:rPr>
              <a:t>1973</a:t>
            </a:r>
            <a:endParaRPr u="sng">
              <a:solidFill>
                <a:schemeClr val="lt1"/>
              </a:solidFill>
            </a:endParaRPr>
          </a:p>
        </p:txBody>
      </p:sp>
      <p:sp>
        <p:nvSpPr>
          <p:cNvPr id="397" name="Google Shape;397;p35"/>
          <p:cNvSpPr/>
          <p:nvPr/>
        </p:nvSpPr>
        <p:spPr>
          <a:xfrm>
            <a:off x="2776438" y="3241150"/>
            <a:ext cx="797700" cy="404100"/>
          </a:xfrm>
          <a:prstGeom prst="rightArrow">
            <a:avLst>
              <a:gd fmla="val 50000" name="adj1"/>
              <a:gd fmla="val 50000" name="adj2"/>
            </a:avLst>
          </a:prstGeom>
          <a:solidFill>
            <a:srgbClr val="1A274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5"/>
          <p:cNvSpPr/>
          <p:nvPr/>
        </p:nvSpPr>
        <p:spPr>
          <a:xfrm>
            <a:off x="2125148" y="3053802"/>
            <a:ext cx="778800" cy="7788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5"/>
          <p:cNvSpPr/>
          <p:nvPr/>
        </p:nvSpPr>
        <p:spPr>
          <a:xfrm>
            <a:off x="1403638" y="3241150"/>
            <a:ext cx="797700" cy="404100"/>
          </a:xfrm>
          <a:prstGeom prst="rightArrow">
            <a:avLst>
              <a:gd fmla="val 50000" name="adj1"/>
              <a:gd fmla="val 50000" name="adj2"/>
            </a:avLst>
          </a:prstGeom>
          <a:solidFill>
            <a:srgbClr val="1A2744"/>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5"/>
          <p:cNvSpPr/>
          <p:nvPr/>
        </p:nvSpPr>
        <p:spPr>
          <a:xfrm>
            <a:off x="752355" y="3053812"/>
            <a:ext cx="778800" cy="778800"/>
          </a:xfrm>
          <a:prstGeom prst="ellipse">
            <a:avLst/>
          </a:prstGeom>
          <a:solidFill>
            <a:srgbClr val="705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401" name="Google Shape;401;p35"/>
          <p:cNvSpPr txBox="1"/>
          <p:nvPr/>
        </p:nvSpPr>
        <p:spPr>
          <a:xfrm>
            <a:off x="682300" y="3373550"/>
            <a:ext cx="918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chemeClr val="lt1"/>
                </a:solidFill>
              </a:rPr>
              <a:t>The beginnings</a:t>
            </a:r>
            <a:endParaRPr b="1" sz="800">
              <a:solidFill>
                <a:schemeClr val="lt1"/>
              </a:solidFill>
            </a:endParaRPr>
          </a:p>
        </p:txBody>
      </p:sp>
      <p:sp>
        <p:nvSpPr>
          <p:cNvPr id="402" name="Google Shape;402;p35"/>
          <p:cNvSpPr txBox="1"/>
          <p:nvPr/>
        </p:nvSpPr>
        <p:spPr>
          <a:xfrm>
            <a:off x="877600" y="3118725"/>
            <a:ext cx="528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u="sng">
                <a:solidFill>
                  <a:schemeClr val="lt1"/>
                </a:solidFill>
              </a:rPr>
              <a:t>1957</a:t>
            </a:r>
            <a:endParaRPr u="sng">
              <a:solidFill>
                <a:schemeClr val="lt1"/>
              </a:solidFill>
            </a:endParaRPr>
          </a:p>
        </p:txBody>
      </p:sp>
      <p:sp>
        <p:nvSpPr>
          <p:cNvPr id="403" name="Google Shape;403;p35"/>
          <p:cNvSpPr txBox="1"/>
          <p:nvPr/>
        </p:nvSpPr>
        <p:spPr>
          <a:xfrm>
            <a:off x="2055100" y="3373550"/>
            <a:ext cx="9189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chemeClr val="lt1"/>
                </a:solidFill>
              </a:rPr>
              <a:t> Hierarchical clustering</a:t>
            </a:r>
            <a:endParaRPr b="1" sz="800">
              <a:solidFill>
                <a:schemeClr val="lt1"/>
              </a:solidFill>
            </a:endParaRPr>
          </a:p>
        </p:txBody>
      </p:sp>
      <p:sp>
        <p:nvSpPr>
          <p:cNvPr id="404" name="Google Shape;404;p35"/>
          <p:cNvSpPr txBox="1"/>
          <p:nvPr/>
        </p:nvSpPr>
        <p:spPr>
          <a:xfrm>
            <a:off x="2250400" y="3134025"/>
            <a:ext cx="528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u="sng">
                <a:solidFill>
                  <a:schemeClr val="lt1"/>
                </a:solidFill>
              </a:rPr>
              <a:t>1963</a:t>
            </a:r>
            <a:endParaRPr u="sng">
              <a:solidFill>
                <a:schemeClr val="lt1"/>
              </a:solidFill>
            </a:endParaRPr>
          </a:p>
        </p:txBody>
      </p:sp>
      <p:cxnSp>
        <p:nvCxnSpPr>
          <p:cNvPr id="405" name="Google Shape;405;p35"/>
          <p:cNvCxnSpPr/>
          <p:nvPr/>
        </p:nvCxnSpPr>
        <p:spPr>
          <a:xfrm>
            <a:off x="2888787" y="3436375"/>
            <a:ext cx="0" cy="1336500"/>
          </a:xfrm>
          <a:prstGeom prst="straightConnector1">
            <a:avLst/>
          </a:prstGeom>
          <a:noFill/>
          <a:ln cap="flat" cmpd="sng" w="19050">
            <a:solidFill>
              <a:schemeClr val="accent1"/>
            </a:solidFill>
            <a:prstDash val="solid"/>
            <a:round/>
            <a:headEnd len="med" w="med" type="none"/>
            <a:tailEnd len="med" w="med" type="diamond"/>
          </a:ln>
        </p:spPr>
      </p:cxnSp>
      <p:cxnSp>
        <p:nvCxnSpPr>
          <p:cNvPr id="406" name="Google Shape;406;p35"/>
          <p:cNvCxnSpPr/>
          <p:nvPr/>
        </p:nvCxnSpPr>
        <p:spPr>
          <a:xfrm rot="10800000">
            <a:off x="765972" y="2150950"/>
            <a:ext cx="0" cy="1336500"/>
          </a:xfrm>
          <a:prstGeom prst="straightConnector1">
            <a:avLst/>
          </a:prstGeom>
          <a:noFill/>
          <a:ln cap="flat" cmpd="sng" w="19050">
            <a:solidFill>
              <a:srgbClr val="7053EA"/>
            </a:solidFill>
            <a:prstDash val="solid"/>
            <a:round/>
            <a:headEnd len="med" w="med" type="none"/>
            <a:tailEnd len="med" w="med" type="diamond"/>
          </a:ln>
        </p:spPr>
      </p:cxnSp>
      <p:sp>
        <p:nvSpPr>
          <p:cNvPr id="407" name="Google Shape;407;p35"/>
          <p:cNvSpPr txBox="1"/>
          <p:nvPr>
            <p:ph idx="2" type="body"/>
          </p:nvPr>
        </p:nvSpPr>
        <p:spPr>
          <a:xfrm>
            <a:off x="6038950" y="3815025"/>
            <a:ext cx="2338800" cy="9417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900"/>
              <a:t>Introduction of deep learning,</a:t>
            </a:r>
            <a:br>
              <a:rPr lang="en" sz="900"/>
            </a:br>
            <a:r>
              <a:rPr lang="en" sz="900"/>
              <a:t>i</a:t>
            </a:r>
            <a:r>
              <a:rPr lang="en" sz="900"/>
              <a:t>ncluding </a:t>
            </a:r>
            <a:r>
              <a:rPr lang="en" sz="900">
                <a:solidFill>
                  <a:schemeClr val="lt1"/>
                </a:solidFill>
                <a:highlight>
                  <a:schemeClr val="accent4"/>
                </a:highlight>
              </a:rPr>
              <a:t> </a:t>
            </a:r>
            <a:r>
              <a:rPr b="1" lang="en" sz="900">
                <a:solidFill>
                  <a:schemeClr val="lt1"/>
                </a:solidFill>
                <a:highlight>
                  <a:schemeClr val="accent4"/>
                </a:highlight>
              </a:rPr>
              <a:t>autoencoders </a:t>
            </a:r>
            <a:r>
              <a:rPr lang="en" sz="900">
                <a:solidFill>
                  <a:schemeClr val="lt1"/>
                </a:solidFill>
                <a:highlight>
                  <a:schemeClr val="accent4"/>
                </a:highlight>
              </a:rPr>
              <a:t>,</a:t>
            </a:r>
            <a:r>
              <a:rPr lang="en" sz="900"/>
              <a:t> transformed</a:t>
            </a:r>
            <a:br>
              <a:rPr lang="en" sz="900"/>
            </a:br>
            <a:r>
              <a:rPr lang="en" sz="900"/>
              <a:t>unsupervised learning by </a:t>
            </a:r>
            <a:r>
              <a:rPr lang="en" sz="900">
                <a:solidFill>
                  <a:schemeClr val="lt1"/>
                </a:solidFill>
                <a:highlight>
                  <a:schemeClr val="accent4"/>
                </a:highlight>
              </a:rPr>
              <a:t> </a:t>
            </a:r>
            <a:r>
              <a:rPr b="1" lang="en" sz="900">
                <a:solidFill>
                  <a:schemeClr val="lt1"/>
                </a:solidFill>
                <a:highlight>
                  <a:schemeClr val="accent4"/>
                </a:highlight>
              </a:rPr>
              <a:t>u</a:t>
            </a:r>
            <a:r>
              <a:rPr b="1" lang="en" sz="900">
                <a:solidFill>
                  <a:schemeClr val="lt1"/>
                </a:solidFill>
                <a:highlight>
                  <a:schemeClr val="accent4"/>
                </a:highlight>
              </a:rPr>
              <a:t>ncovering</a:t>
            </a:r>
            <a:r>
              <a:rPr lang="en" sz="900">
                <a:solidFill>
                  <a:schemeClr val="accent6"/>
                </a:solidFill>
                <a:highlight>
                  <a:schemeClr val="accent4"/>
                </a:highlight>
              </a:rPr>
              <a:t>_</a:t>
            </a:r>
            <a:br>
              <a:rPr lang="en" sz="900">
                <a:highlight>
                  <a:schemeClr val="accent4"/>
                </a:highlight>
              </a:rPr>
            </a:br>
            <a:r>
              <a:rPr lang="en" sz="900">
                <a:solidFill>
                  <a:schemeClr val="accent6"/>
                </a:solidFill>
                <a:highlight>
                  <a:schemeClr val="accent4"/>
                </a:highlight>
              </a:rPr>
              <a:t>_</a:t>
            </a:r>
            <a:r>
              <a:rPr lang="en" sz="900">
                <a:highlight>
                  <a:schemeClr val="accent4"/>
                </a:highlight>
              </a:rPr>
              <a:t> </a:t>
            </a:r>
            <a:r>
              <a:rPr b="1" lang="en" sz="900">
                <a:solidFill>
                  <a:schemeClr val="lt1"/>
                </a:solidFill>
                <a:highlight>
                  <a:schemeClr val="accent4"/>
                </a:highlight>
              </a:rPr>
              <a:t>hidden patterns</a:t>
            </a:r>
            <a:r>
              <a:rPr lang="en" sz="900">
                <a:solidFill>
                  <a:schemeClr val="lt1"/>
                </a:solidFill>
                <a:highlight>
                  <a:schemeClr val="accent4"/>
                </a:highlight>
              </a:rPr>
              <a:t> </a:t>
            </a:r>
            <a:r>
              <a:rPr lang="en" sz="900">
                <a:solidFill>
                  <a:schemeClr val="lt1"/>
                </a:solidFill>
                <a:highlight>
                  <a:schemeClr val="accent4"/>
                </a:highlight>
              </a:rPr>
              <a:t>in </a:t>
            </a:r>
            <a:r>
              <a:rPr b="1" lang="en" sz="900">
                <a:solidFill>
                  <a:schemeClr val="lt1"/>
                </a:solidFill>
                <a:highlight>
                  <a:schemeClr val="accent4"/>
                </a:highlight>
              </a:rPr>
              <a:t>unlabelled</a:t>
            </a:r>
            <a:r>
              <a:rPr b="1" lang="en" sz="900">
                <a:solidFill>
                  <a:schemeClr val="lt1"/>
                </a:solidFill>
                <a:highlight>
                  <a:schemeClr val="accent4"/>
                </a:highlight>
              </a:rPr>
              <a:t> data</a:t>
            </a:r>
            <a:r>
              <a:rPr lang="en" sz="900">
                <a:solidFill>
                  <a:schemeClr val="lt1"/>
                </a:solidFill>
                <a:highlight>
                  <a:schemeClr val="accent4"/>
                </a:highlight>
              </a:rPr>
              <a:t>.</a:t>
            </a:r>
            <a:r>
              <a:rPr lang="en" sz="900">
                <a:solidFill>
                  <a:schemeClr val="accent6"/>
                </a:solidFill>
                <a:highlight>
                  <a:schemeClr val="accent4"/>
                </a:highlight>
              </a:rPr>
              <a:t>_</a:t>
            </a:r>
            <a:endParaRPr sz="900">
              <a:highlight>
                <a:schemeClr val="accent4"/>
              </a:highlight>
            </a:endParaRPr>
          </a:p>
        </p:txBody>
      </p:sp>
      <p:sp>
        <p:nvSpPr>
          <p:cNvPr id="408" name="Google Shape;408;p35"/>
          <p:cNvSpPr txBox="1"/>
          <p:nvPr/>
        </p:nvSpPr>
        <p:spPr>
          <a:xfrm>
            <a:off x="4680700" y="1044800"/>
            <a:ext cx="41130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200">
                <a:solidFill>
                  <a:schemeClr val="dk1"/>
                </a:solidFill>
                <a:latin typeface="Inter"/>
                <a:ea typeface="Inter"/>
                <a:cs typeface="Inter"/>
                <a:sym typeface="Inter"/>
              </a:rPr>
              <a:t>The advent of computers and algorithmic development marked a pivotal shift, enabling the exploration of automated data grouping without predefined labels.</a:t>
            </a:r>
            <a:endParaRPr sz="1200">
              <a:solidFill>
                <a:schemeClr val="dk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0"/>
                                        </p:tgtEl>
                                        <p:attrNameLst>
                                          <p:attrName>style.visibility</p:attrName>
                                        </p:attrNameLst>
                                      </p:cBhvr>
                                      <p:to>
                                        <p:strVal val="visible"/>
                                      </p:to>
                                    </p:set>
                                    <p:anim calcmode="lin" valueType="num">
                                      <p:cBhvr additive="base">
                                        <p:cTn dur="1000"/>
                                        <p:tgtEl>
                                          <p:spTgt spid="380"/>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2" presetSubtype="4">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1000"/>
                                        <p:tgtEl>
                                          <p:spTgt spid="4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78"/>
                                        </p:tgtEl>
                                        <p:attrNameLst>
                                          <p:attrName>style.visibility</p:attrName>
                                        </p:attrNameLst>
                                      </p:cBhvr>
                                      <p:to>
                                        <p:strVal val="visible"/>
                                      </p:to>
                                    </p:set>
                                    <p:anim calcmode="lin" valueType="num">
                                      <p:cBhvr additive="base">
                                        <p:cTn dur="1000"/>
                                        <p:tgtEl>
                                          <p:spTgt spid="378"/>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par>
                                <p:cTn fill="hold" nodeType="withEffect" presetClass="entr" presetID="2" presetSubtype="1">
                                  <p:stCondLst>
                                    <p:cond delay="0"/>
                                  </p:stCondLst>
                                  <p:childTnLst>
                                    <p:set>
                                      <p:cBhvr>
                                        <p:cTn dur="1" fill="hold">
                                          <p:stCondLst>
                                            <p:cond delay="0"/>
                                          </p:stCondLst>
                                        </p:cTn>
                                        <p:tgtEl>
                                          <p:spTgt spid="405"/>
                                        </p:tgtEl>
                                        <p:attrNameLst>
                                          <p:attrName>style.visibility</p:attrName>
                                        </p:attrNameLst>
                                      </p:cBhvr>
                                      <p:to>
                                        <p:strVal val="visible"/>
                                      </p:to>
                                    </p:set>
                                    <p:anim calcmode="lin" valueType="num">
                                      <p:cBhvr additive="base">
                                        <p:cTn dur="1000"/>
                                        <p:tgtEl>
                                          <p:spTgt spid="4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1000"/>
                                        <p:tgtEl>
                                          <p:spTgt spid="393"/>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par>
                                <p:cTn fill="hold" nodeType="withEffect" presetClass="entr" presetID="2" presetSubtype="4">
                                  <p:stCondLst>
                                    <p:cond delay="0"/>
                                  </p:stCondLst>
                                  <p:childTnLst>
                                    <p:set>
                                      <p:cBhvr>
                                        <p:cTn dur="1" fill="hold">
                                          <p:stCondLst>
                                            <p:cond delay="0"/>
                                          </p:stCondLst>
                                        </p:cTn>
                                        <p:tgtEl>
                                          <p:spTgt spid="387"/>
                                        </p:tgtEl>
                                        <p:attrNameLst>
                                          <p:attrName>style.visibility</p:attrName>
                                        </p:attrNameLst>
                                      </p:cBhvr>
                                      <p:to>
                                        <p:strVal val="visible"/>
                                      </p:to>
                                    </p:set>
                                    <p:anim calcmode="lin" valueType="num">
                                      <p:cBhvr additive="base">
                                        <p:cTn dur="1000"/>
                                        <p:tgtEl>
                                          <p:spTgt spid="3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79"/>
                                        </p:tgtEl>
                                        <p:attrNameLst>
                                          <p:attrName>style.visibility</p:attrName>
                                        </p:attrNameLst>
                                      </p:cBhvr>
                                      <p:to>
                                        <p:strVal val="visible"/>
                                      </p:to>
                                    </p:set>
                                    <p:anim calcmode="lin" valueType="num">
                                      <p:cBhvr additive="base">
                                        <p:cTn dur="1000"/>
                                        <p:tgtEl>
                                          <p:spTgt spid="3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388"/>
                                        </p:tgtEl>
                                        <p:attrNameLst>
                                          <p:attrName>style.visibility</p:attrName>
                                        </p:attrNameLst>
                                      </p:cBhvr>
                                      <p:to>
                                        <p:strVal val="visible"/>
                                      </p:to>
                                    </p:set>
                                    <p:anim calcmode="lin" valueType="num">
                                      <p:cBhvr additive="base">
                                        <p:cTn dur="1000"/>
                                        <p:tgtEl>
                                          <p:spTgt spid="388"/>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1000"/>
                                        <p:tgtEl>
                                          <p:spTgt spid="382"/>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2" presetSubtype="4">
                                  <p:stCondLst>
                                    <p:cond delay="0"/>
                                  </p:stCondLst>
                                  <p:childTnLst>
                                    <p:set>
                                      <p:cBhvr>
                                        <p:cTn dur="1" fill="hold">
                                          <p:stCondLst>
                                            <p:cond delay="0"/>
                                          </p:stCondLst>
                                        </p:cTn>
                                        <p:tgtEl>
                                          <p:spTgt spid="381"/>
                                        </p:tgtEl>
                                        <p:attrNameLst>
                                          <p:attrName>style.visibility</p:attrName>
                                        </p:attrNameLst>
                                      </p:cBhvr>
                                      <p:to>
                                        <p:strVal val="visible"/>
                                      </p:to>
                                    </p:set>
                                    <p:anim calcmode="lin" valueType="num">
                                      <p:cBhvr additive="base">
                                        <p:cTn dur="1000"/>
                                        <p:tgtEl>
                                          <p:spTgt spid="38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369"/>
                                        </p:tgtEl>
                                        <p:attrNameLst>
                                          <p:attrName>style.visibility</p:attrName>
                                        </p:attrNameLst>
                                      </p:cBhvr>
                                      <p:to>
                                        <p:strVal val="visible"/>
                                      </p:to>
                                    </p:set>
                                    <p:anim calcmode="lin" valueType="num">
                                      <p:cBhvr additive="base">
                                        <p:cTn dur="1000"/>
                                        <p:tgtEl>
                                          <p:spTgt spid="369"/>
                                        </p:tgtEl>
                                        <p:attrNameLst>
                                          <p:attrName>ppt_y</p:attrName>
                                        </p:attrNameLst>
                                      </p:cBhvr>
                                      <p:tavLst>
                                        <p:tav fmla="" tm="0">
                                          <p:val>
                                            <p:strVal val="#ppt_y-1"/>
                                          </p:val>
                                        </p:tav>
                                        <p:tav fmla="" tm="100000">
                                          <p:val>
                                            <p:strVal val="#ppt_y"/>
                                          </p:val>
                                        </p:tav>
                                      </p:tavLst>
                                    </p:anim>
                                  </p:childTnLst>
                                </p:cTn>
                              </p:par>
                              <p:par>
                                <p:cTn fill="hold" nodeType="with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2" presetSubtype="1">
                                  <p:stCondLst>
                                    <p:cond delay="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1000"/>
                                        <p:tgtEl>
                                          <p:spTgt spid="40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6"/>
          <p:cNvSpPr txBox="1"/>
          <p:nvPr>
            <p:ph idx="4" type="body"/>
          </p:nvPr>
        </p:nvSpPr>
        <p:spPr>
          <a:xfrm>
            <a:off x="433625" y="1044800"/>
            <a:ext cx="8351400" cy="795600"/>
          </a:xfrm>
          <a:prstGeom prst="rect">
            <a:avLst/>
          </a:prstGeom>
        </p:spPr>
        <p:txBody>
          <a:bodyPr anchorCtr="0" anchor="ctr" bIns="91425" lIns="137150" spcFirstLastPara="1" rIns="91425" wrap="square" tIns="91425">
            <a:noAutofit/>
          </a:bodyPr>
          <a:lstStyle/>
          <a:p>
            <a:pPr indent="0" lvl="0" marL="0" rtl="0" algn="l">
              <a:spcBef>
                <a:spcPts val="0"/>
              </a:spcBef>
              <a:spcAft>
                <a:spcPts val="1200"/>
              </a:spcAft>
              <a:buNone/>
            </a:pPr>
            <a:r>
              <a:rPr lang="en"/>
              <a:t>Machine learning can be broadly categorised into three main paradigms, each with unique methods and applications. Understanding these differences is crucial for choosing the right approach for specific data science tasks.</a:t>
            </a:r>
            <a:endParaRPr/>
          </a:p>
        </p:txBody>
      </p:sp>
      <p:sp>
        <p:nvSpPr>
          <p:cNvPr id="414" name="Google Shape;414;p36"/>
          <p:cNvSpPr txBox="1"/>
          <p:nvPr>
            <p:ph idx="4294967295" type="title"/>
          </p:nvPr>
        </p:nvSpPr>
        <p:spPr>
          <a:xfrm>
            <a:off x="360000" y="502253"/>
            <a:ext cx="8424000" cy="35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Learning paradigms in machine learning</a:t>
            </a:r>
            <a:endParaRPr/>
          </a:p>
        </p:txBody>
      </p:sp>
      <p:sp>
        <p:nvSpPr>
          <p:cNvPr id="415" name="Google Shape;415;p36"/>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lang="en"/>
              <a:t>Unsupervised learning</a:t>
            </a:r>
            <a:endParaRPr/>
          </a:p>
        </p:txBody>
      </p:sp>
      <p:sp>
        <p:nvSpPr>
          <p:cNvPr id="416" name="Google Shape;416;p36"/>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aphicFrame>
        <p:nvGraphicFramePr>
          <p:cNvPr id="417" name="Google Shape;417;p36"/>
          <p:cNvGraphicFramePr/>
          <p:nvPr/>
        </p:nvGraphicFramePr>
        <p:xfrm>
          <a:off x="362500" y="2023425"/>
          <a:ext cx="3000000" cy="3000000"/>
        </p:xfrm>
        <a:graphic>
          <a:graphicData uri="http://schemas.openxmlformats.org/drawingml/2006/table">
            <a:tbl>
              <a:tblPr>
                <a:noFill/>
                <a:tableStyleId>{44D1C642-C2A6-4650-BF24-207182034BB5}</a:tableStyleId>
              </a:tblPr>
              <a:tblGrid>
                <a:gridCol w="1543925"/>
                <a:gridCol w="2511775"/>
                <a:gridCol w="2039375"/>
                <a:gridCol w="2327425"/>
              </a:tblGrid>
              <a:tr h="433325">
                <a:tc>
                  <a:txBody>
                    <a:bodyPr/>
                    <a:lstStyle/>
                    <a:p>
                      <a:pPr indent="0" lvl="0" marL="0" rtl="0" algn="ctr">
                        <a:lnSpc>
                          <a:spcPct val="171429"/>
                        </a:lnSpc>
                        <a:spcBef>
                          <a:spcPts val="0"/>
                        </a:spcBef>
                        <a:spcAft>
                          <a:spcPts val="0"/>
                        </a:spcAft>
                        <a:buNone/>
                      </a:pPr>
                      <a:r>
                        <a:rPr b="1" lang="en" sz="1000">
                          <a:solidFill>
                            <a:schemeClr val="lt1"/>
                          </a:solidFill>
                          <a:latin typeface="Inter"/>
                          <a:ea typeface="Inter"/>
                          <a:cs typeface="Inter"/>
                          <a:sym typeface="Inter"/>
                        </a:rPr>
                        <a:t>Learning paradigm</a:t>
                      </a:r>
                      <a:endParaRPr b="1" sz="1000">
                        <a:solidFill>
                          <a:schemeClr val="lt1"/>
                        </a:solidFill>
                        <a:latin typeface="Inter"/>
                        <a:ea typeface="Inter"/>
                        <a:cs typeface="Inter"/>
                        <a:sym typeface="Inter"/>
                      </a:endParaRPr>
                    </a:p>
                  </a:txBody>
                  <a:tcPr marT="0" marB="0" marR="91425" marL="91425" anchor="b">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0"/>
                        </a:spcBef>
                        <a:spcAft>
                          <a:spcPts val="0"/>
                        </a:spcAft>
                        <a:buNone/>
                      </a:pPr>
                      <a:r>
                        <a:rPr b="1" lang="en" sz="1000">
                          <a:solidFill>
                            <a:schemeClr val="lt1"/>
                          </a:solidFill>
                          <a:latin typeface="Inter"/>
                          <a:ea typeface="Inter"/>
                          <a:cs typeface="Inter"/>
                          <a:sym typeface="Inter"/>
                        </a:rPr>
                        <a:t>Definition</a:t>
                      </a:r>
                      <a:endParaRPr b="1" sz="1000">
                        <a:solidFill>
                          <a:schemeClr val="lt1"/>
                        </a:solidFill>
                        <a:latin typeface="Inter"/>
                        <a:ea typeface="Inter"/>
                        <a:cs typeface="Inter"/>
                        <a:sym typeface="Inter"/>
                      </a:endParaRPr>
                    </a:p>
                  </a:txBody>
                  <a:tcPr marT="0" marB="0" marR="91425" marL="91425" anchor="b">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0"/>
                        </a:spcBef>
                        <a:spcAft>
                          <a:spcPts val="0"/>
                        </a:spcAft>
                        <a:buNone/>
                      </a:pPr>
                      <a:r>
                        <a:rPr b="1" lang="en" sz="1000">
                          <a:solidFill>
                            <a:schemeClr val="lt1"/>
                          </a:solidFill>
                          <a:latin typeface="Inter"/>
                          <a:ea typeface="Inter"/>
                          <a:cs typeface="Inter"/>
                          <a:sym typeface="Inter"/>
                        </a:rPr>
                        <a:t>Data requirement</a:t>
                      </a:r>
                      <a:endParaRPr b="1" sz="1000">
                        <a:solidFill>
                          <a:schemeClr val="lt1"/>
                        </a:solidFill>
                        <a:latin typeface="Inter"/>
                        <a:ea typeface="Inter"/>
                        <a:cs typeface="Inter"/>
                        <a:sym typeface="Inter"/>
                      </a:endParaRPr>
                    </a:p>
                  </a:txBody>
                  <a:tcPr marT="0" marB="0" marR="91425" marL="91425" anchor="b">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lnSpc>
                          <a:spcPct val="171429"/>
                        </a:lnSpc>
                        <a:spcBef>
                          <a:spcPts val="0"/>
                        </a:spcBef>
                        <a:spcAft>
                          <a:spcPts val="0"/>
                        </a:spcAft>
                        <a:buNone/>
                      </a:pPr>
                      <a:r>
                        <a:rPr b="1" lang="en" sz="1000">
                          <a:solidFill>
                            <a:schemeClr val="lt1"/>
                          </a:solidFill>
                          <a:latin typeface="Inter"/>
                          <a:ea typeface="Inter"/>
                          <a:cs typeface="Inter"/>
                          <a:sym typeface="Inter"/>
                        </a:rPr>
                        <a:t>Use cases</a:t>
                      </a:r>
                      <a:endParaRPr b="1" sz="1000">
                        <a:solidFill>
                          <a:schemeClr val="lt1"/>
                        </a:solidFill>
                        <a:latin typeface="Inter"/>
                        <a:ea typeface="Inter"/>
                        <a:cs typeface="Inter"/>
                        <a:sym typeface="Inter"/>
                      </a:endParaRPr>
                    </a:p>
                  </a:txBody>
                  <a:tcPr marT="0" marB="0" marR="91425" marL="91425" anchor="b">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662100">
                <a:tc>
                  <a:txBody>
                    <a:bodyPr/>
                    <a:lstStyle/>
                    <a:p>
                      <a:pPr indent="0" lvl="0" marL="0" rtl="0" algn="l">
                        <a:lnSpc>
                          <a:spcPct val="171429"/>
                        </a:lnSpc>
                        <a:spcBef>
                          <a:spcPts val="0"/>
                        </a:spcBef>
                        <a:spcAft>
                          <a:spcPts val="0"/>
                        </a:spcAft>
                        <a:buNone/>
                      </a:pPr>
                      <a:r>
                        <a:rPr b="1" lang="en" sz="1000">
                          <a:solidFill>
                            <a:schemeClr val="dk1"/>
                          </a:solidFill>
                          <a:latin typeface="Inter"/>
                          <a:ea typeface="Inter"/>
                          <a:cs typeface="Inter"/>
                          <a:sym typeface="Inter"/>
                        </a:rPr>
                        <a:t>Supervised learning</a:t>
                      </a:r>
                      <a:endParaRPr b="1"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Learn a model from </a:t>
                      </a:r>
                      <a:r>
                        <a:rPr lang="en" sz="1000">
                          <a:solidFill>
                            <a:schemeClr val="dk1"/>
                          </a:solidFill>
                          <a:latin typeface="Inter"/>
                          <a:ea typeface="Inter"/>
                          <a:cs typeface="Inter"/>
                          <a:sym typeface="Inter"/>
                        </a:rPr>
                        <a:t>labelled</a:t>
                      </a:r>
                      <a:r>
                        <a:rPr lang="en" sz="1000">
                          <a:solidFill>
                            <a:schemeClr val="dk1"/>
                          </a:solidFill>
                          <a:latin typeface="Inter"/>
                          <a:ea typeface="Inter"/>
                          <a:cs typeface="Inter"/>
                          <a:sym typeface="Inter"/>
                        </a:rPr>
                        <a:t> training data to make predictions or decisions.</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Requires a dataset with input-output pairs.</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Image recognition, spam detection, regression tasks.</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62100">
                <a:tc>
                  <a:txBody>
                    <a:bodyPr/>
                    <a:lstStyle/>
                    <a:p>
                      <a:pPr indent="0" lvl="0" marL="0" rtl="0" algn="l">
                        <a:lnSpc>
                          <a:spcPct val="171429"/>
                        </a:lnSpc>
                        <a:spcBef>
                          <a:spcPts val="0"/>
                        </a:spcBef>
                        <a:spcAft>
                          <a:spcPts val="0"/>
                        </a:spcAft>
                        <a:buNone/>
                      </a:pPr>
                      <a:r>
                        <a:rPr b="1" lang="en" sz="1000">
                          <a:solidFill>
                            <a:schemeClr val="dk1"/>
                          </a:solidFill>
                          <a:latin typeface="Inter"/>
                          <a:ea typeface="Inter"/>
                          <a:cs typeface="Inter"/>
                          <a:sym typeface="Inter"/>
                        </a:rPr>
                        <a:t>Unsupervised learning</a:t>
                      </a:r>
                      <a:endParaRPr b="1"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Explore the underlying structure or distribution in data without labels.</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No labels are needed, only the input data.</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Customer segmentation, anomaly detection, association mining.</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993150">
                <a:tc>
                  <a:txBody>
                    <a:bodyPr/>
                    <a:lstStyle/>
                    <a:p>
                      <a:pPr indent="0" lvl="0" marL="0" rtl="0" algn="l">
                        <a:lnSpc>
                          <a:spcPct val="171429"/>
                        </a:lnSpc>
                        <a:spcBef>
                          <a:spcPts val="0"/>
                        </a:spcBef>
                        <a:spcAft>
                          <a:spcPts val="0"/>
                        </a:spcAft>
                        <a:buNone/>
                      </a:pPr>
                      <a:r>
                        <a:rPr b="1" lang="en" sz="1000">
                          <a:solidFill>
                            <a:schemeClr val="dk1"/>
                          </a:solidFill>
                          <a:latin typeface="Inter"/>
                          <a:ea typeface="Inter"/>
                          <a:cs typeface="Inter"/>
                          <a:sym typeface="Inter"/>
                        </a:rPr>
                        <a:t>Reinforcement learning</a:t>
                      </a:r>
                      <a:endParaRPr b="1"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Learn to make decisions by performing actions and receiving rewards or penalties.</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No predefined labels, but requires a reward system.</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lnSpc>
                          <a:spcPct val="171429"/>
                        </a:lnSpc>
                        <a:spcBef>
                          <a:spcPts val="0"/>
                        </a:spcBef>
                        <a:spcAft>
                          <a:spcPts val="0"/>
                        </a:spcAft>
                        <a:buNone/>
                      </a:pPr>
                      <a:r>
                        <a:rPr lang="en" sz="1000">
                          <a:solidFill>
                            <a:schemeClr val="dk1"/>
                          </a:solidFill>
                          <a:latin typeface="Inter"/>
                          <a:ea typeface="Inter"/>
                          <a:cs typeface="Inter"/>
                          <a:sym typeface="Inter"/>
                        </a:rPr>
                        <a:t>Game AI, robotics, real-time decisions.</a:t>
                      </a:r>
                      <a:endParaRPr sz="1000">
                        <a:solidFill>
                          <a:schemeClr val="dk1"/>
                        </a:solidFill>
                        <a:latin typeface="Inter"/>
                        <a:ea typeface="Inter"/>
                        <a:cs typeface="Inter"/>
                        <a:sym typeface="Inter"/>
                      </a:endParaRPr>
                    </a:p>
                  </a:txBody>
                  <a:tcPr marT="0" marB="0"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7"/>
          <p:cNvSpPr/>
          <p:nvPr/>
        </p:nvSpPr>
        <p:spPr>
          <a:xfrm>
            <a:off x="1967400" y="2024538"/>
            <a:ext cx="6825000" cy="778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7"/>
          <p:cNvSpPr txBox="1"/>
          <p:nvPr>
            <p:ph idx="1" type="body"/>
          </p:nvPr>
        </p:nvSpPr>
        <p:spPr>
          <a:xfrm>
            <a:off x="3227850" y="2023400"/>
            <a:ext cx="5555400" cy="778800"/>
          </a:xfrm>
          <a:prstGeom prst="rect">
            <a:avLst/>
          </a:prstGeom>
        </p:spPr>
        <p:txBody>
          <a:bodyPr anchorCtr="0" anchor="ctr" bIns="91425" lIns="91425" spcFirstLastPara="1" rIns="91425" wrap="square" tIns="91425">
            <a:noAutofit/>
          </a:bodyPr>
          <a:lstStyle/>
          <a:p>
            <a:pPr indent="-187960" lvl="0" marL="274320" rtl="0" algn="l">
              <a:spcBef>
                <a:spcPts val="0"/>
              </a:spcBef>
              <a:spcAft>
                <a:spcPts val="0"/>
              </a:spcAft>
              <a:buSzPts val="800"/>
              <a:buChar char="●"/>
            </a:pPr>
            <a:r>
              <a:rPr lang="en" sz="800"/>
              <a:t>Unsupervised learning </a:t>
            </a:r>
            <a:r>
              <a:rPr b="1" lang="en" sz="800"/>
              <a:t>does not use </a:t>
            </a:r>
            <a:r>
              <a:rPr b="1" lang="en" sz="800"/>
              <a:t>labelled </a:t>
            </a:r>
            <a:r>
              <a:rPr b="1" lang="en" sz="800"/>
              <a:t>data</a:t>
            </a:r>
            <a:r>
              <a:rPr lang="en" sz="800"/>
              <a:t>, making it difficult to confirm whether the identified patterns are </a:t>
            </a:r>
            <a:r>
              <a:rPr b="1" lang="en" sz="800"/>
              <a:t>meaningful or just noise</a:t>
            </a:r>
            <a:r>
              <a:rPr lang="en" sz="800"/>
              <a:t>.</a:t>
            </a:r>
            <a:endParaRPr sz="800"/>
          </a:p>
          <a:p>
            <a:pPr indent="-187960" lvl="0" marL="274320" rtl="0" algn="l">
              <a:spcBef>
                <a:spcPts val="0"/>
              </a:spcBef>
              <a:spcAft>
                <a:spcPts val="0"/>
              </a:spcAft>
              <a:buSzPts val="800"/>
              <a:buChar char="●"/>
            </a:pPr>
            <a:r>
              <a:rPr lang="en" sz="800"/>
              <a:t>Interpreting cluster meanings demands </a:t>
            </a:r>
            <a:r>
              <a:rPr b="1" lang="en" sz="800"/>
              <a:t>domain knowledge</a:t>
            </a:r>
            <a:r>
              <a:rPr lang="en" sz="800"/>
              <a:t>, often complicating direct interpretations. </a:t>
            </a:r>
            <a:endParaRPr sz="800"/>
          </a:p>
          <a:p>
            <a:pPr indent="-187960" lvl="0" marL="274320" rtl="0" algn="l">
              <a:spcBef>
                <a:spcPts val="0"/>
              </a:spcBef>
              <a:spcAft>
                <a:spcPts val="0"/>
              </a:spcAft>
              <a:buSzPts val="800"/>
              <a:buChar char="●"/>
            </a:pPr>
            <a:r>
              <a:rPr lang="en" sz="800"/>
              <a:t>Use measures like the </a:t>
            </a:r>
            <a:r>
              <a:rPr b="1" lang="en" sz="800"/>
              <a:t>Silhouette Score</a:t>
            </a:r>
            <a:r>
              <a:rPr lang="en" sz="800"/>
              <a:t> to evaluate cluster validity, emphasising their importance in confirming the practical significance of the findings.</a:t>
            </a:r>
            <a:endParaRPr sz="800"/>
          </a:p>
        </p:txBody>
      </p:sp>
      <p:sp>
        <p:nvSpPr>
          <p:cNvPr id="424" name="Google Shape;424;p37"/>
          <p:cNvSpPr/>
          <p:nvPr/>
        </p:nvSpPr>
        <p:spPr>
          <a:xfrm>
            <a:off x="1967400" y="2987475"/>
            <a:ext cx="6816000" cy="778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7"/>
          <p:cNvSpPr txBox="1"/>
          <p:nvPr>
            <p:ph idx="6" type="body"/>
          </p:nvPr>
        </p:nvSpPr>
        <p:spPr>
          <a:xfrm>
            <a:off x="3227850" y="3000250"/>
            <a:ext cx="5555400" cy="778800"/>
          </a:xfrm>
          <a:prstGeom prst="rect">
            <a:avLst/>
          </a:prstGeom>
        </p:spPr>
        <p:txBody>
          <a:bodyPr anchorCtr="0" anchor="ctr" bIns="91425" lIns="91425" spcFirstLastPara="1" rIns="91425" wrap="square" tIns="91425">
            <a:noAutofit/>
          </a:bodyPr>
          <a:lstStyle/>
          <a:p>
            <a:pPr indent="-187960" lvl="0" marL="274320" rtl="0" algn="l">
              <a:spcBef>
                <a:spcPts val="0"/>
              </a:spcBef>
              <a:spcAft>
                <a:spcPts val="0"/>
              </a:spcAft>
              <a:buSzPts val="800"/>
              <a:buChar char="●"/>
            </a:pPr>
            <a:r>
              <a:rPr lang="en" sz="800"/>
              <a:t>One of the fundamental decisions in clustering involves </a:t>
            </a:r>
            <a:r>
              <a:rPr b="1" lang="en" sz="800"/>
              <a:t>determining the number of clusters (k)</a:t>
            </a:r>
            <a:r>
              <a:rPr lang="en" sz="800"/>
              <a:t>. </a:t>
            </a:r>
            <a:endParaRPr sz="800"/>
          </a:p>
          <a:p>
            <a:pPr indent="-187960" lvl="0" marL="274320" rtl="0" algn="l">
              <a:spcBef>
                <a:spcPts val="0"/>
              </a:spcBef>
              <a:spcAft>
                <a:spcPts val="0"/>
              </a:spcAft>
              <a:buSzPts val="800"/>
              <a:buChar char="●"/>
            </a:pPr>
            <a:r>
              <a:rPr lang="en" sz="800"/>
              <a:t>Choosing </a:t>
            </a:r>
            <a:r>
              <a:rPr b="1" lang="en" sz="800"/>
              <a:t>too</a:t>
            </a:r>
            <a:r>
              <a:rPr lang="en" sz="800"/>
              <a:t> </a:t>
            </a:r>
            <a:r>
              <a:rPr b="1" lang="en" sz="800"/>
              <a:t>few</a:t>
            </a:r>
            <a:r>
              <a:rPr lang="en" sz="800"/>
              <a:t> clusters might </a:t>
            </a:r>
            <a:r>
              <a:rPr b="1" lang="en" sz="800"/>
              <a:t>oversimplify</a:t>
            </a:r>
            <a:r>
              <a:rPr lang="en" sz="800"/>
              <a:t> the model, while </a:t>
            </a:r>
            <a:r>
              <a:rPr b="1" lang="en" sz="800"/>
              <a:t>too many</a:t>
            </a:r>
            <a:r>
              <a:rPr lang="en" sz="800"/>
              <a:t> can </a:t>
            </a:r>
            <a:r>
              <a:rPr b="1" lang="en" sz="800"/>
              <a:t>overfit</a:t>
            </a:r>
            <a:r>
              <a:rPr lang="en" sz="800"/>
              <a:t> the data. </a:t>
            </a:r>
            <a:endParaRPr sz="800"/>
          </a:p>
          <a:p>
            <a:pPr indent="-187960" lvl="0" marL="274320" rtl="0" algn="l">
              <a:spcBef>
                <a:spcPts val="0"/>
              </a:spcBef>
              <a:spcAft>
                <a:spcPts val="0"/>
              </a:spcAft>
              <a:buSzPts val="800"/>
              <a:buChar char="●"/>
            </a:pPr>
            <a:r>
              <a:rPr lang="en" sz="800"/>
              <a:t>Introduce metrics like the</a:t>
            </a:r>
            <a:r>
              <a:rPr b="1" lang="en" sz="800"/>
              <a:t> Elbow Method</a:t>
            </a:r>
            <a:r>
              <a:rPr lang="en" sz="800"/>
              <a:t>, </a:t>
            </a:r>
            <a:r>
              <a:rPr b="1" lang="en" sz="800"/>
              <a:t>Silhouette Score</a:t>
            </a:r>
            <a:r>
              <a:rPr lang="en" sz="800"/>
              <a:t>, and </a:t>
            </a:r>
            <a:r>
              <a:rPr b="1" lang="en" sz="800"/>
              <a:t>Gap Statistic </a:t>
            </a:r>
            <a:r>
              <a:rPr lang="en" sz="800"/>
              <a:t>that help infer the optimal number of clusters.</a:t>
            </a:r>
            <a:endParaRPr sz="800"/>
          </a:p>
        </p:txBody>
      </p:sp>
      <p:sp>
        <p:nvSpPr>
          <p:cNvPr id="426" name="Google Shape;426;p37"/>
          <p:cNvSpPr/>
          <p:nvPr/>
        </p:nvSpPr>
        <p:spPr>
          <a:xfrm>
            <a:off x="1976300" y="3951400"/>
            <a:ext cx="6816000" cy="778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7"/>
          <p:cNvSpPr txBox="1"/>
          <p:nvPr>
            <p:ph idx="9" type="body"/>
          </p:nvPr>
        </p:nvSpPr>
        <p:spPr>
          <a:xfrm>
            <a:off x="3227850" y="3977100"/>
            <a:ext cx="5555400" cy="778800"/>
          </a:xfrm>
          <a:prstGeom prst="rect">
            <a:avLst/>
          </a:prstGeom>
        </p:spPr>
        <p:txBody>
          <a:bodyPr anchorCtr="0" anchor="ctr" bIns="91425" lIns="91425" spcFirstLastPara="1" rIns="91425" wrap="square" tIns="91425">
            <a:noAutofit/>
          </a:bodyPr>
          <a:lstStyle/>
          <a:p>
            <a:pPr indent="-187960" lvl="0" marL="274320" rtl="0" algn="l">
              <a:spcBef>
                <a:spcPts val="0"/>
              </a:spcBef>
              <a:spcAft>
                <a:spcPts val="0"/>
              </a:spcAft>
              <a:buSzPts val="800"/>
              <a:buChar char="●"/>
            </a:pPr>
            <a:r>
              <a:rPr lang="en" sz="800"/>
              <a:t>Higher dimensions can make clustering exponentially harder, a phenomenon known as the </a:t>
            </a:r>
            <a:r>
              <a:rPr b="1" lang="en" sz="800"/>
              <a:t>curse of dimensionality</a:t>
            </a:r>
            <a:r>
              <a:rPr lang="en" sz="800"/>
              <a:t>. </a:t>
            </a:r>
            <a:endParaRPr sz="800"/>
          </a:p>
          <a:p>
            <a:pPr indent="-187960" lvl="0" marL="274320" rtl="0" algn="l">
              <a:spcBef>
                <a:spcPts val="0"/>
              </a:spcBef>
              <a:spcAft>
                <a:spcPts val="0"/>
              </a:spcAft>
              <a:buSzPts val="800"/>
              <a:buChar char="●"/>
            </a:pPr>
            <a:r>
              <a:rPr lang="en" sz="800"/>
              <a:t>Dimensionality reduction techniques like </a:t>
            </a:r>
            <a:r>
              <a:rPr b="1" lang="en" sz="800"/>
              <a:t>PCA (Principal Component Analysis)</a:t>
            </a:r>
            <a:r>
              <a:rPr lang="en" sz="800"/>
              <a:t> simplify the data without losing critical information.</a:t>
            </a:r>
            <a:endParaRPr sz="800"/>
          </a:p>
        </p:txBody>
      </p:sp>
      <p:sp>
        <p:nvSpPr>
          <p:cNvPr id="428" name="Google Shape;428;p37"/>
          <p:cNvSpPr txBox="1"/>
          <p:nvPr>
            <p:ph idx="3" type="body"/>
          </p:nvPr>
        </p:nvSpPr>
        <p:spPr>
          <a:xfrm>
            <a:off x="433625" y="1044800"/>
            <a:ext cx="8351400" cy="795600"/>
          </a:xfrm>
          <a:prstGeom prst="rect">
            <a:avLst/>
          </a:prstGeom>
        </p:spPr>
        <p:txBody>
          <a:bodyPr anchorCtr="0" anchor="ctr" bIns="91425" lIns="137150" spcFirstLastPara="1" rIns="91425" wrap="square" tIns="91425">
            <a:noAutofit/>
          </a:bodyPr>
          <a:lstStyle/>
          <a:p>
            <a:pPr indent="0" lvl="0" marL="0" rtl="0" algn="l">
              <a:spcBef>
                <a:spcPts val="0"/>
              </a:spcBef>
              <a:spcAft>
                <a:spcPts val="1200"/>
              </a:spcAft>
              <a:buNone/>
            </a:pPr>
            <a:r>
              <a:rPr lang="en"/>
              <a:t>Understanding the </a:t>
            </a:r>
            <a:r>
              <a:rPr lang="en"/>
              <a:t>unique</a:t>
            </a:r>
            <a:r>
              <a:rPr lang="en"/>
              <a:t> challenges that </a:t>
            </a:r>
            <a:r>
              <a:rPr lang="en"/>
              <a:t>unsupervised learning</a:t>
            </a:r>
            <a:r>
              <a:rPr lang="en"/>
              <a:t> </a:t>
            </a:r>
            <a:r>
              <a:rPr lang="en"/>
              <a:t>presents </a:t>
            </a:r>
            <a:r>
              <a:rPr lang="en"/>
              <a:t>is crucial for applying it’s techniques successfully.</a:t>
            </a:r>
            <a:endParaRPr/>
          </a:p>
        </p:txBody>
      </p:sp>
      <p:sp>
        <p:nvSpPr>
          <p:cNvPr id="429" name="Google Shape;429;p37"/>
          <p:cNvSpPr/>
          <p:nvPr/>
        </p:nvSpPr>
        <p:spPr>
          <a:xfrm>
            <a:off x="1644200" y="2023550"/>
            <a:ext cx="1405200" cy="778800"/>
          </a:xfrm>
          <a:prstGeom prst="rect">
            <a:avLst/>
          </a:prstGeom>
          <a:solidFill>
            <a:srgbClr val="ED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7"/>
          <p:cNvSpPr txBox="1"/>
          <p:nvPr>
            <p:ph idx="5" type="body"/>
          </p:nvPr>
        </p:nvSpPr>
        <p:spPr>
          <a:xfrm>
            <a:off x="2011575" y="2023550"/>
            <a:ext cx="1037700" cy="7788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b="1" lang="en" sz="1000"/>
              <a:t>Model validation without labels</a:t>
            </a:r>
            <a:endParaRPr b="1" sz="1000"/>
          </a:p>
        </p:txBody>
      </p:sp>
      <p:sp>
        <p:nvSpPr>
          <p:cNvPr id="431" name="Google Shape;431;p37"/>
          <p:cNvSpPr/>
          <p:nvPr/>
        </p:nvSpPr>
        <p:spPr>
          <a:xfrm>
            <a:off x="443205" y="2993761"/>
            <a:ext cx="778800" cy="7788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7"/>
          <p:cNvSpPr/>
          <p:nvPr/>
        </p:nvSpPr>
        <p:spPr>
          <a:xfrm>
            <a:off x="1318873" y="2080762"/>
            <a:ext cx="649200" cy="649200"/>
          </a:xfrm>
          <a:prstGeom prst="ellipse">
            <a:avLst/>
          </a:prstGeom>
          <a:solidFill>
            <a:srgbClr val="ED3F2E"/>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7"/>
          <p:cNvSpPr/>
          <p:nvPr/>
        </p:nvSpPr>
        <p:spPr>
          <a:xfrm>
            <a:off x="1644000" y="3000250"/>
            <a:ext cx="1405200" cy="778800"/>
          </a:xfrm>
          <a:prstGeom prst="rect">
            <a:avLst/>
          </a:prstGeom>
          <a:solidFill>
            <a:srgbClr val="F768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7"/>
          <p:cNvSpPr txBox="1"/>
          <p:nvPr>
            <p:ph idx="5" type="body"/>
          </p:nvPr>
        </p:nvSpPr>
        <p:spPr>
          <a:xfrm>
            <a:off x="2011500" y="3000250"/>
            <a:ext cx="1037700" cy="7788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b="1" lang="en" sz="1000"/>
              <a:t>Determining the number of clusters</a:t>
            </a:r>
            <a:endParaRPr b="1" sz="1000"/>
          </a:p>
        </p:txBody>
      </p:sp>
      <p:sp>
        <p:nvSpPr>
          <p:cNvPr id="435" name="Google Shape;435;p37"/>
          <p:cNvSpPr/>
          <p:nvPr/>
        </p:nvSpPr>
        <p:spPr>
          <a:xfrm>
            <a:off x="1318875" y="3057462"/>
            <a:ext cx="649200" cy="649200"/>
          </a:xfrm>
          <a:prstGeom prst="ellipse">
            <a:avLst/>
          </a:prstGeom>
          <a:solidFill>
            <a:srgbClr val="F76808"/>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7"/>
          <p:cNvSpPr/>
          <p:nvPr/>
        </p:nvSpPr>
        <p:spPr>
          <a:xfrm>
            <a:off x="1644000" y="3961750"/>
            <a:ext cx="1405200" cy="778800"/>
          </a:xfrm>
          <a:prstGeom prst="rect">
            <a:avLst/>
          </a:prstGeom>
          <a:solidFill>
            <a:srgbClr val="FF91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7"/>
          <p:cNvSpPr txBox="1"/>
          <p:nvPr>
            <p:ph idx="5" type="body"/>
          </p:nvPr>
        </p:nvSpPr>
        <p:spPr>
          <a:xfrm>
            <a:off x="1988337" y="3970141"/>
            <a:ext cx="1113300" cy="7788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b="1" lang="en" sz="1000"/>
              <a:t>Handling high dimensionality</a:t>
            </a:r>
            <a:endParaRPr b="1" sz="800"/>
          </a:p>
        </p:txBody>
      </p:sp>
      <p:sp>
        <p:nvSpPr>
          <p:cNvPr id="438" name="Google Shape;438;p37"/>
          <p:cNvSpPr/>
          <p:nvPr/>
        </p:nvSpPr>
        <p:spPr>
          <a:xfrm>
            <a:off x="1318875" y="4016212"/>
            <a:ext cx="649200" cy="649200"/>
          </a:xfrm>
          <a:prstGeom prst="ellipse">
            <a:avLst/>
          </a:prstGeom>
          <a:solidFill>
            <a:srgbClr val="FF9100"/>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9" name="Google Shape;439;p37"/>
          <p:cNvCxnSpPr>
            <a:stCxn id="431" idx="7"/>
            <a:endCxn id="432" idx="3"/>
          </p:cNvCxnSpPr>
          <p:nvPr/>
        </p:nvCxnSpPr>
        <p:spPr>
          <a:xfrm flipH="1" rot="10800000">
            <a:off x="1107952" y="2635013"/>
            <a:ext cx="306000" cy="472800"/>
          </a:xfrm>
          <a:prstGeom prst="straightConnector1">
            <a:avLst/>
          </a:prstGeom>
          <a:noFill/>
          <a:ln cap="flat" cmpd="sng" w="19050">
            <a:solidFill>
              <a:srgbClr val="ED3F2E"/>
            </a:solidFill>
            <a:prstDash val="solid"/>
            <a:round/>
            <a:headEnd len="med" w="med" type="none"/>
            <a:tailEnd len="med" w="med" type="none"/>
          </a:ln>
        </p:spPr>
      </p:cxnSp>
      <p:cxnSp>
        <p:nvCxnSpPr>
          <p:cNvPr id="440" name="Google Shape;440;p37"/>
          <p:cNvCxnSpPr>
            <a:stCxn id="431" idx="6"/>
            <a:endCxn id="435" idx="2"/>
          </p:cNvCxnSpPr>
          <p:nvPr/>
        </p:nvCxnSpPr>
        <p:spPr>
          <a:xfrm flipH="1" rot="10800000">
            <a:off x="1222005" y="3381961"/>
            <a:ext cx="96900" cy="1200"/>
          </a:xfrm>
          <a:prstGeom prst="straightConnector1">
            <a:avLst/>
          </a:prstGeom>
          <a:noFill/>
          <a:ln cap="flat" cmpd="sng" w="19050">
            <a:solidFill>
              <a:srgbClr val="F76808"/>
            </a:solidFill>
            <a:prstDash val="solid"/>
            <a:round/>
            <a:headEnd len="med" w="med" type="none"/>
            <a:tailEnd len="med" w="med" type="none"/>
          </a:ln>
        </p:spPr>
      </p:cxnSp>
      <p:cxnSp>
        <p:nvCxnSpPr>
          <p:cNvPr id="441" name="Google Shape;441;p37"/>
          <p:cNvCxnSpPr>
            <a:stCxn id="431" idx="5"/>
            <a:endCxn id="438" idx="1"/>
          </p:cNvCxnSpPr>
          <p:nvPr/>
        </p:nvCxnSpPr>
        <p:spPr>
          <a:xfrm>
            <a:off x="1107952" y="3658508"/>
            <a:ext cx="306000" cy="452700"/>
          </a:xfrm>
          <a:prstGeom prst="straightConnector1">
            <a:avLst/>
          </a:prstGeom>
          <a:noFill/>
          <a:ln cap="flat" cmpd="sng" w="19050">
            <a:solidFill>
              <a:srgbClr val="FF9100"/>
            </a:solidFill>
            <a:prstDash val="solid"/>
            <a:round/>
            <a:headEnd len="med" w="med" type="none"/>
            <a:tailEnd len="med" w="med" type="none"/>
          </a:ln>
        </p:spPr>
      </p:cxnSp>
      <p:sp>
        <p:nvSpPr>
          <p:cNvPr id="442" name="Google Shape;442;p37"/>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43" name="Google Shape;443;p37"/>
          <p:cNvSpPr txBox="1"/>
          <p:nvPr>
            <p:ph type="title"/>
          </p:nvPr>
        </p:nvSpPr>
        <p:spPr>
          <a:xfrm>
            <a:off x="360000" y="502253"/>
            <a:ext cx="8424000" cy="35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Challenges in unsupervised learning</a:t>
            </a:r>
            <a:endParaRPr/>
          </a:p>
        </p:txBody>
      </p:sp>
      <p:sp>
        <p:nvSpPr>
          <p:cNvPr id="444" name="Google Shape;444;p37"/>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lang="en"/>
              <a:t>Unsupervised learning</a:t>
            </a:r>
            <a:endParaRPr/>
          </a:p>
        </p:txBody>
      </p:sp>
      <p:pic>
        <p:nvPicPr>
          <p:cNvPr id="445" name="Google Shape;445;p37"/>
          <p:cNvPicPr preferRelativeResize="0"/>
          <p:nvPr/>
        </p:nvPicPr>
        <p:blipFill rotWithShape="1">
          <a:blip r:embed="rId3">
            <a:alphaModFix/>
          </a:blip>
          <a:srcRect b="0" l="0" r="0" t="0"/>
          <a:stretch/>
        </p:blipFill>
        <p:spPr>
          <a:xfrm>
            <a:off x="494279" y="3038553"/>
            <a:ext cx="676656" cy="6766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8"/>
          <p:cNvSpPr txBox="1"/>
          <p:nvPr>
            <p:ph idx="1" type="body"/>
          </p:nvPr>
        </p:nvSpPr>
        <p:spPr>
          <a:xfrm>
            <a:off x="1784350" y="1044800"/>
            <a:ext cx="6999900" cy="603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2100" lvl="0" marL="457200" rtl="0" algn="l">
              <a:spcBef>
                <a:spcPts val="0"/>
              </a:spcBef>
              <a:spcAft>
                <a:spcPts val="0"/>
              </a:spcAft>
              <a:buSzPts val="1000"/>
              <a:buChar char="●"/>
            </a:pPr>
            <a:r>
              <a:rPr lang="en" sz="1000"/>
              <a:t>A</a:t>
            </a:r>
            <a:r>
              <a:rPr lang="en" sz="1000"/>
              <a:t>lgorithms like </a:t>
            </a:r>
            <a:r>
              <a:rPr b="1" lang="en" sz="1000"/>
              <a:t>k-means clustering</a:t>
            </a:r>
            <a:r>
              <a:rPr lang="en" sz="1000"/>
              <a:t> are used to </a:t>
            </a:r>
            <a:r>
              <a:rPr b="1" lang="en" sz="1000"/>
              <a:t>segment patients</a:t>
            </a:r>
            <a:r>
              <a:rPr lang="en" sz="1000"/>
              <a:t> based on various characteristics (e.g., symptoms, demographics). </a:t>
            </a:r>
            <a:endParaRPr sz="1000"/>
          </a:p>
          <a:p>
            <a:pPr indent="-292100" lvl="0" marL="457200" rtl="0" algn="l">
              <a:spcBef>
                <a:spcPts val="0"/>
              </a:spcBef>
              <a:spcAft>
                <a:spcPts val="0"/>
              </a:spcAft>
              <a:buSzPts val="1000"/>
              <a:buChar char="●"/>
            </a:pPr>
            <a:r>
              <a:rPr b="1" lang="en" sz="1000"/>
              <a:t>Impact</a:t>
            </a:r>
            <a:r>
              <a:rPr lang="en" sz="1000"/>
              <a:t>: This segmentation helps in </a:t>
            </a:r>
            <a:r>
              <a:rPr b="1" lang="en" sz="1000"/>
              <a:t>personalised treatment plans and resource allocation</a:t>
            </a:r>
            <a:r>
              <a:rPr lang="en" sz="1000"/>
              <a:t>.</a:t>
            </a:r>
            <a:endParaRPr sz="1000"/>
          </a:p>
        </p:txBody>
      </p:sp>
      <p:sp>
        <p:nvSpPr>
          <p:cNvPr id="451" name="Google Shape;451;p38"/>
          <p:cNvSpPr txBox="1"/>
          <p:nvPr>
            <p:ph idx="4294967295" type="title"/>
          </p:nvPr>
        </p:nvSpPr>
        <p:spPr>
          <a:xfrm>
            <a:off x="360000" y="502253"/>
            <a:ext cx="8424000" cy="35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Applications and industry relevance</a:t>
            </a:r>
            <a:endParaRPr/>
          </a:p>
        </p:txBody>
      </p:sp>
      <p:sp>
        <p:nvSpPr>
          <p:cNvPr id="452" name="Google Shape;452;p38"/>
          <p:cNvSpPr txBox="1"/>
          <p:nvPr>
            <p:ph idx="2" type="subTitle"/>
          </p:nvPr>
        </p:nvSpPr>
        <p:spPr>
          <a:xfrm>
            <a:off x="362500" y="360000"/>
            <a:ext cx="8422500" cy="1422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lang="en"/>
              <a:t>Unsupervised learning</a:t>
            </a:r>
            <a:endParaRPr/>
          </a:p>
        </p:txBody>
      </p:sp>
      <p:sp>
        <p:nvSpPr>
          <p:cNvPr id="453" name="Google Shape;453;p38"/>
          <p:cNvSpPr txBox="1"/>
          <p:nvPr>
            <p:ph idx="12" type="sldNum"/>
          </p:nvPr>
        </p:nvSpPr>
        <p:spPr>
          <a:xfrm>
            <a:off x="8784000" y="4774100"/>
            <a:ext cx="360000" cy="26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54" name="Google Shape;454;p38"/>
          <p:cNvSpPr/>
          <p:nvPr/>
        </p:nvSpPr>
        <p:spPr>
          <a:xfrm>
            <a:off x="361750" y="1044800"/>
            <a:ext cx="1422600" cy="603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t/>
            </a:r>
            <a:endParaRPr>
              <a:latin typeface="Inter"/>
              <a:ea typeface="Inter"/>
              <a:cs typeface="Inter"/>
              <a:sym typeface="Inter"/>
            </a:endParaRPr>
          </a:p>
        </p:txBody>
      </p:sp>
      <p:sp>
        <p:nvSpPr>
          <p:cNvPr id="455" name="Google Shape;455;p38"/>
          <p:cNvSpPr txBox="1"/>
          <p:nvPr/>
        </p:nvSpPr>
        <p:spPr>
          <a:xfrm>
            <a:off x="541450" y="1161950"/>
            <a:ext cx="1063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200">
                <a:solidFill>
                  <a:schemeClr val="lt1"/>
                </a:solidFill>
                <a:latin typeface="Inter"/>
                <a:ea typeface="Inter"/>
                <a:cs typeface="Inter"/>
                <a:sym typeface="Inter"/>
              </a:rPr>
              <a:t>Healthcare</a:t>
            </a:r>
            <a:endParaRPr b="1">
              <a:solidFill>
                <a:schemeClr val="lt1"/>
              </a:solidFill>
              <a:latin typeface="Inter"/>
              <a:ea typeface="Inter"/>
              <a:cs typeface="Inter"/>
              <a:sym typeface="Inter"/>
            </a:endParaRPr>
          </a:p>
        </p:txBody>
      </p:sp>
      <p:sp>
        <p:nvSpPr>
          <p:cNvPr id="456" name="Google Shape;456;p38"/>
          <p:cNvSpPr txBox="1"/>
          <p:nvPr>
            <p:ph idx="1" type="body"/>
          </p:nvPr>
        </p:nvSpPr>
        <p:spPr>
          <a:xfrm>
            <a:off x="1785100" y="1831550"/>
            <a:ext cx="6999900" cy="603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2100" lvl="0" marL="457200" rtl="0" algn="l">
              <a:spcBef>
                <a:spcPts val="0"/>
              </a:spcBef>
              <a:spcAft>
                <a:spcPts val="0"/>
              </a:spcAft>
              <a:buSzPts val="1000"/>
              <a:buChar char="●"/>
            </a:pPr>
            <a:r>
              <a:rPr lang="en" sz="1000"/>
              <a:t>Techniques such as </a:t>
            </a:r>
            <a:r>
              <a:rPr b="1" lang="en" sz="1000"/>
              <a:t>anomaly detection</a:t>
            </a:r>
            <a:r>
              <a:rPr lang="en" sz="1000"/>
              <a:t> are employed to </a:t>
            </a:r>
            <a:r>
              <a:rPr b="1" lang="en" sz="1000"/>
              <a:t>identify unusual patterns</a:t>
            </a:r>
            <a:r>
              <a:rPr lang="en" sz="1000"/>
              <a:t> in financial transactions which may </a:t>
            </a:r>
            <a:r>
              <a:rPr b="1" lang="en" sz="1000"/>
              <a:t>indicate fraudulent activities</a:t>
            </a:r>
            <a:r>
              <a:rPr lang="en" sz="1000"/>
              <a:t>. </a:t>
            </a:r>
            <a:endParaRPr sz="1000"/>
          </a:p>
          <a:p>
            <a:pPr indent="-292100" lvl="0" marL="457200" rtl="0" algn="l">
              <a:spcBef>
                <a:spcPts val="0"/>
              </a:spcBef>
              <a:spcAft>
                <a:spcPts val="0"/>
              </a:spcAft>
              <a:buSzPts val="1000"/>
              <a:buChar char="●"/>
            </a:pPr>
            <a:r>
              <a:rPr b="1" lang="en" sz="1000"/>
              <a:t>Impact</a:t>
            </a:r>
            <a:r>
              <a:rPr lang="en" sz="1000"/>
              <a:t>: I</a:t>
            </a:r>
            <a:r>
              <a:rPr lang="en" sz="1000"/>
              <a:t>ncreases </a:t>
            </a:r>
            <a:r>
              <a:rPr b="1" lang="en" sz="1000"/>
              <a:t>security</a:t>
            </a:r>
            <a:r>
              <a:rPr lang="en" sz="1000"/>
              <a:t> by </a:t>
            </a:r>
            <a:r>
              <a:rPr b="1" lang="en" sz="1000"/>
              <a:t>early detection</a:t>
            </a:r>
            <a:r>
              <a:rPr lang="en" sz="1000"/>
              <a:t> of fraud, saving millions in potential losses.</a:t>
            </a:r>
            <a:endParaRPr sz="1000"/>
          </a:p>
        </p:txBody>
      </p:sp>
      <p:sp>
        <p:nvSpPr>
          <p:cNvPr id="457" name="Google Shape;457;p38"/>
          <p:cNvSpPr/>
          <p:nvPr/>
        </p:nvSpPr>
        <p:spPr>
          <a:xfrm>
            <a:off x="362500" y="1831550"/>
            <a:ext cx="1422600" cy="603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t/>
            </a:r>
            <a:endParaRPr>
              <a:latin typeface="Inter"/>
              <a:ea typeface="Inter"/>
              <a:cs typeface="Inter"/>
              <a:sym typeface="Inter"/>
            </a:endParaRPr>
          </a:p>
        </p:txBody>
      </p:sp>
      <p:sp>
        <p:nvSpPr>
          <p:cNvPr id="458" name="Google Shape;458;p38"/>
          <p:cNvSpPr txBox="1"/>
          <p:nvPr/>
        </p:nvSpPr>
        <p:spPr>
          <a:xfrm>
            <a:off x="542200" y="1948700"/>
            <a:ext cx="1063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200">
                <a:solidFill>
                  <a:schemeClr val="lt1"/>
                </a:solidFill>
                <a:latin typeface="Inter"/>
                <a:ea typeface="Inter"/>
                <a:cs typeface="Inter"/>
                <a:sym typeface="Inter"/>
              </a:rPr>
              <a:t>Finance </a:t>
            </a:r>
            <a:endParaRPr b="1">
              <a:solidFill>
                <a:schemeClr val="lt1"/>
              </a:solidFill>
              <a:latin typeface="Inter"/>
              <a:ea typeface="Inter"/>
              <a:cs typeface="Inter"/>
              <a:sym typeface="Inter"/>
            </a:endParaRPr>
          </a:p>
        </p:txBody>
      </p:sp>
      <p:sp>
        <p:nvSpPr>
          <p:cNvPr id="459" name="Google Shape;459;p38"/>
          <p:cNvSpPr txBox="1"/>
          <p:nvPr>
            <p:ph idx="1" type="body"/>
          </p:nvPr>
        </p:nvSpPr>
        <p:spPr>
          <a:xfrm>
            <a:off x="1785100" y="2618300"/>
            <a:ext cx="6999900" cy="603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2100" lvl="0" marL="457200" rtl="0" algn="l">
              <a:spcBef>
                <a:spcPts val="0"/>
              </a:spcBef>
              <a:spcAft>
                <a:spcPts val="0"/>
              </a:spcAft>
              <a:buSzPts val="1000"/>
              <a:buChar char="●"/>
            </a:pPr>
            <a:r>
              <a:rPr lang="en" sz="1000"/>
              <a:t>Retail companies use </a:t>
            </a:r>
            <a:r>
              <a:rPr b="1" lang="en" sz="1000"/>
              <a:t>clustering to group customers</a:t>
            </a:r>
            <a:r>
              <a:rPr lang="en" sz="1000"/>
              <a:t> based on purchasing </a:t>
            </a:r>
            <a:r>
              <a:rPr b="1" lang="en" sz="1000"/>
              <a:t>behaviour</a:t>
            </a:r>
            <a:r>
              <a:rPr lang="en" sz="1000"/>
              <a:t> and </a:t>
            </a:r>
            <a:r>
              <a:rPr b="1" lang="en" sz="1000"/>
              <a:t>preferences</a:t>
            </a:r>
            <a:r>
              <a:rPr lang="en" sz="1000"/>
              <a:t> to target marketing efforts more effectively. </a:t>
            </a:r>
            <a:endParaRPr sz="1000"/>
          </a:p>
          <a:p>
            <a:pPr indent="-292100" lvl="0" marL="457200" rtl="0" algn="l">
              <a:spcBef>
                <a:spcPts val="0"/>
              </a:spcBef>
              <a:spcAft>
                <a:spcPts val="0"/>
              </a:spcAft>
              <a:buSzPts val="1000"/>
              <a:buChar char="●"/>
            </a:pPr>
            <a:r>
              <a:rPr b="1" lang="en" sz="1000"/>
              <a:t>Impact</a:t>
            </a:r>
            <a:r>
              <a:rPr lang="en" sz="1000"/>
              <a:t>: </a:t>
            </a:r>
            <a:r>
              <a:rPr b="1" lang="en" sz="1000"/>
              <a:t>Optimises marketing strategies</a:t>
            </a:r>
            <a:r>
              <a:rPr lang="en" sz="1000"/>
              <a:t>, enhancing customer engagement and boosting sales.</a:t>
            </a:r>
            <a:endParaRPr sz="1000"/>
          </a:p>
        </p:txBody>
      </p:sp>
      <p:sp>
        <p:nvSpPr>
          <p:cNvPr id="460" name="Google Shape;460;p38"/>
          <p:cNvSpPr/>
          <p:nvPr/>
        </p:nvSpPr>
        <p:spPr>
          <a:xfrm>
            <a:off x="362500" y="2618300"/>
            <a:ext cx="1422600" cy="603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t/>
            </a:r>
            <a:endParaRPr>
              <a:latin typeface="Inter"/>
              <a:ea typeface="Inter"/>
              <a:cs typeface="Inter"/>
              <a:sym typeface="Inter"/>
            </a:endParaRPr>
          </a:p>
        </p:txBody>
      </p:sp>
      <p:sp>
        <p:nvSpPr>
          <p:cNvPr id="461" name="Google Shape;461;p38"/>
          <p:cNvSpPr txBox="1"/>
          <p:nvPr/>
        </p:nvSpPr>
        <p:spPr>
          <a:xfrm>
            <a:off x="542200" y="2735450"/>
            <a:ext cx="10632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200">
                <a:solidFill>
                  <a:schemeClr val="lt1"/>
                </a:solidFill>
                <a:latin typeface="Inter"/>
                <a:ea typeface="Inter"/>
                <a:cs typeface="Inter"/>
                <a:sym typeface="Inter"/>
              </a:rPr>
              <a:t>Marketing</a:t>
            </a:r>
            <a:endParaRPr b="1">
              <a:solidFill>
                <a:schemeClr val="lt1"/>
              </a:solidFill>
              <a:latin typeface="Inter"/>
              <a:ea typeface="Inter"/>
              <a:cs typeface="Inter"/>
              <a:sym typeface="Inter"/>
            </a:endParaRPr>
          </a:p>
        </p:txBody>
      </p:sp>
      <p:sp>
        <p:nvSpPr>
          <p:cNvPr id="462" name="Google Shape;462;p38"/>
          <p:cNvSpPr txBox="1"/>
          <p:nvPr>
            <p:ph idx="1" type="body"/>
          </p:nvPr>
        </p:nvSpPr>
        <p:spPr>
          <a:xfrm>
            <a:off x="1785100" y="3405050"/>
            <a:ext cx="6999900" cy="603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2100" lvl="0" marL="457200" rtl="0" algn="l">
              <a:spcBef>
                <a:spcPts val="0"/>
              </a:spcBef>
              <a:spcAft>
                <a:spcPts val="0"/>
              </a:spcAft>
              <a:buSzPts val="1000"/>
              <a:buChar char="●"/>
            </a:pPr>
            <a:r>
              <a:rPr lang="en" sz="1000"/>
              <a:t>Clustering algorithms analyse </a:t>
            </a:r>
            <a:r>
              <a:rPr b="1" lang="en" sz="1000"/>
              <a:t>sensor data</a:t>
            </a:r>
            <a:r>
              <a:rPr lang="en" sz="1000"/>
              <a:t> from manufacturing equipment to identify patterns and optimise processes </a:t>
            </a:r>
            <a:r>
              <a:rPr b="1" lang="en" sz="1000"/>
              <a:t>without predefined labels</a:t>
            </a:r>
            <a:r>
              <a:rPr lang="en" sz="1000"/>
              <a:t>. </a:t>
            </a:r>
            <a:endParaRPr sz="1000"/>
          </a:p>
          <a:p>
            <a:pPr indent="-292100" lvl="0" marL="457200" rtl="0" algn="l">
              <a:spcBef>
                <a:spcPts val="0"/>
              </a:spcBef>
              <a:spcAft>
                <a:spcPts val="0"/>
              </a:spcAft>
              <a:buSzPts val="1000"/>
              <a:buChar char="●"/>
            </a:pPr>
            <a:r>
              <a:rPr b="1" lang="en" sz="1000"/>
              <a:t>Impact</a:t>
            </a:r>
            <a:r>
              <a:rPr lang="en" sz="1000"/>
              <a:t>: Improves </a:t>
            </a:r>
            <a:r>
              <a:rPr b="1" lang="en" sz="1000"/>
              <a:t>operational efficiency</a:t>
            </a:r>
            <a:r>
              <a:rPr lang="en" sz="1000"/>
              <a:t> and </a:t>
            </a:r>
            <a:r>
              <a:rPr b="1" lang="en" sz="1000"/>
              <a:t>product quality</a:t>
            </a:r>
            <a:r>
              <a:rPr lang="en" sz="1000"/>
              <a:t>, reducing costs and waste.</a:t>
            </a:r>
            <a:endParaRPr sz="1000"/>
          </a:p>
        </p:txBody>
      </p:sp>
      <p:sp>
        <p:nvSpPr>
          <p:cNvPr id="463" name="Google Shape;463;p38"/>
          <p:cNvSpPr/>
          <p:nvPr/>
        </p:nvSpPr>
        <p:spPr>
          <a:xfrm>
            <a:off x="362500" y="3405050"/>
            <a:ext cx="1422600" cy="603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t/>
            </a:r>
            <a:endParaRPr>
              <a:latin typeface="Inter"/>
              <a:ea typeface="Inter"/>
              <a:cs typeface="Inter"/>
              <a:sym typeface="Inter"/>
            </a:endParaRPr>
          </a:p>
        </p:txBody>
      </p:sp>
      <p:sp>
        <p:nvSpPr>
          <p:cNvPr id="464" name="Google Shape;464;p38"/>
          <p:cNvSpPr txBox="1"/>
          <p:nvPr/>
        </p:nvSpPr>
        <p:spPr>
          <a:xfrm>
            <a:off x="429400" y="3511550"/>
            <a:ext cx="12888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200">
                <a:solidFill>
                  <a:schemeClr val="lt1"/>
                </a:solidFill>
                <a:latin typeface="Inter"/>
                <a:ea typeface="Inter"/>
                <a:cs typeface="Inter"/>
                <a:sym typeface="Inter"/>
              </a:rPr>
              <a:t>Manufacturing</a:t>
            </a:r>
            <a:endParaRPr b="1">
              <a:solidFill>
                <a:schemeClr val="lt1"/>
              </a:solidFill>
              <a:latin typeface="Inter"/>
              <a:ea typeface="Inter"/>
              <a:cs typeface="Inter"/>
              <a:sym typeface="Inter"/>
            </a:endParaRPr>
          </a:p>
        </p:txBody>
      </p:sp>
      <p:sp>
        <p:nvSpPr>
          <p:cNvPr id="465" name="Google Shape;465;p38"/>
          <p:cNvSpPr txBox="1"/>
          <p:nvPr>
            <p:ph idx="1" type="body"/>
          </p:nvPr>
        </p:nvSpPr>
        <p:spPr>
          <a:xfrm>
            <a:off x="1785100" y="4191800"/>
            <a:ext cx="6999900" cy="603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2100" lvl="0" marL="457200" rtl="0" algn="l">
              <a:spcBef>
                <a:spcPts val="0"/>
              </a:spcBef>
              <a:spcAft>
                <a:spcPts val="0"/>
              </a:spcAft>
              <a:buSzPts val="1000"/>
              <a:buChar char="●"/>
            </a:pPr>
            <a:r>
              <a:rPr lang="en" sz="1000"/>
              <a:t>Unsupervised learning is used to </a:t>
            </a:r>
            <a:r>
              <a:rPr b="1" lang="en" sz="1000"/>
              <a:t>monitor network traffic</a:t>
            </a:r>
            <a:r>
              <a:rPr lang="en" sz="1000"/>
              <a:t> and spot unusual patterns that could indicate a </a:t>
            </a:r>
            <a:r>
              <a:rPr b="1" lang="en" sz="1000"/>
              <a:t>security breach</a:t>
            </a:r>
            <a:r>
              <a:rPr lang="en" sz="1000"/>
              <a:t>. </a:t>
            </a:r>
            <a:endParaRPr sz="1000"/>
          </a:p>
          <a:p>
            <a:pPr indent="-292100" lvl="0" marL="457200" rtl="0" algn="l">
              <a:spcBef>
                <a:spcPts val="0"/>
              </a:spcBef>
              <a:spcAft>
                <a:spcPts val="0"/>
              </a:spcAft>
              <a:buSzPts val="1000"/>
              <a:buChar char="●"/>
            </a:pPr>
            <a:r>
              <a:rPr b="1" lang="en" sz="1000"/>
              <a:t>Impact</a:t>
            </a:r>
            <a:r>
              <a:rPr lang="en" sz="1000"/>
              <a:t>: Enhances </a:t>
            </a:r>
            <a:r>
              <a:rPr b="1" lang="en" sz="1000"/>
              <a:t>network securit</a:t>
            </a:r>
            <a:r>
              <a:rPr lang="en" sz="1000"/>
              <a:t>y by proactively identifying and mitigating risks.</a:t>
            </a:r>
            <a:endParaRPr sz="1000"/>
          </a:p>
        </p:txBody>
      </p:sp>
      <p:sp>
        <p:nvSpPr>
          <p:cNvPr id="466" name="Google Shape;466;p38"/>
          <p:cNvSpPr/>
          <p:nvPr/>
        </p:nvSpPr>
        <p:spPr>
          <a:xfrm>
            <a:off x="362500" y="4191800"/>
            <a:ext cx="1422600" cy="603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None/>
            </a:pPr>
            <a:r>
              <a:t/>
            </a:r>
            <a:endParaRPr>
              <a:latin typeface="Inter"/>
              <a:ea typeface="Inter"/>
              <a:cs typeface="Inter"/>
              <a:sym typeface="Inter"/>
            </a:endParaRPr>
          </a:p>
        </p:txBody>
      </p:sp>
      <p:sp>
        <p:nvSpPr>
          <p:cNvPr id="467" name="Google Shape;467;p38"/>
          <p:cNvSpPr txBox="1"/>
          <p:nvPr/>
        </p:nvSpPr>
        <p:spPr>
          <a:xfrm>
            <a:off x="411850" y="4308950"/>
            <a:ext cx="1323900" cy="369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200">
                <a:solidFill>
                  <a:schemeClr val="lt1"/>
                </a:solidFill>
                <a:latin typeface="Inter"/>
                <a:ea typeface="Inter"/>
                <a:cs typeface="Inter"/>
                <a:sym typeface="Inter"/>
              </a:rPr>
              <a:t>Cybersecurity</a:t>
            </a:r>
            <a:endParaRPr b="1">
              <a:solidFill>
                <a:schemeClr val="lt1"/>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9"/>
          <p:cNvSpPr/>
          <p:nvPr/>
        </p:nvSpPr>
        <p:spPr>
          <a:xfrm>
            <a:off x="361700" y="1042150"/>
            <a:ext cx="4119600" cy="1774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73" name="Google Shape;473;p39"/>
          <p:cNvSpPr txBox="1"/>
          <p:nvPr>
            <p:ph idx="1" type="body"/>
          </p:nvPr>
        </p:nvSpPr>
        <p:spPr>
          <a:xfrm>
            <a:off x="361700" y="1305200"/>
            <a:ext cx="41196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t>Deep unsupervised learning</a:t>
            </a:r>
            <a:r>
              <a:rPr lang="en" sz="1000"/>
              <a:t>: Combining deep learning with unsupervised methods to create powerful models capable of learning complex, high-dimensional data </a:t>
            </a:r>
            <a:r>
              <a:rPr b="1" lang="en" sz="1000"/>
              <a:t>without </a:t>
            </a:r>
            <a:r>
              <a:rPr b="1" lang="en" sz="1000"/>
              <a:t>labelled</a:t>
            </a:r>
            <a:r>
              <a:rPr b="1" lang="en" sz="1000"/>
              <a:t> examples</a:t>
            </a:r>
            <a:r>
              <a:rPr lang="en" sz="1000"/>
              <a:t>. </a:t>
            </a:r>
            <a:endParaRPr sz="1000"/>
          </a:p>
          <a:p>
            <a:pPr indent="0" lvl="0" marL="0" rtl="0" algn="l">
              <a:spcBef>
                <a:spcPts val="1200"/>
              </a:spcBef>
              <a:spcAft>
                <a:spcPts val="1200"/>
              </a:spcAft>
              <a:buNone/>
            </a:pPr>
            <a:r>
              <a:rPr b="1" lang="en" sz="1000"/>
              <a:t>Example</a:t>
            </a:r>
            <a:r>
              <a:rPr lang="en" sz="1000"/>
              <a:t>:  Autoencoders and generative models are learning architectures used to understand and generate new data based purely on its inherent structure and distribution.</a:t>
            </a:r>
            <a:endParaRPr sz="1000"/>
          </a:p>
        </p:txBody>
      </p:sp>
      <p:sp>
        <p:nvSpPr>
          <p:cNvPr id="474" name="Google Shape;474;p39"/>
          <p:cNvSpPr txBox="1"/>
          <p:nvPr>
            <p:ph type="title"/>
          </p:nvPr>
        </p:nvSpPr>
        <p:spPr>
          <a:xfrm>
            <a:off x="360000" y="502253"/>
            <a:ext cx="8424000" cy="35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Future directions in unsupervised learning</a:t>
            </a:r>
            <a:endParaRPr/>
          </a:p>
        </p:txBody>
      </p:sp>
      <p:sp>
        <p:nvSpPr>
          <p:cNvPr id="475" name="Google Shape;475;p39"/>
          <p:cNvSpPr txBox="1"/>
          <p:nvPr>
            <p:ph idx="3" type="subTitle"/>
          </p:nvPr>
        </p:nvSpPr>
        <p:spPr>
          <a:xfrm>
            <a:off x="362500" y="360000"/>
            <a:ext cx="8422500" cy="1422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lang="en"/>
              <a:t>Unsupervised learning</a:t>
            </a:r>
            <a:endParaRPr/>
          </a:p>
        </p:txBody>
      </p:sp>
      <p:sp>
        <p:nvSpPr>
          <p:cNvPr id="476" name="Google Shape;476;p39"/>
          <p:cNvSpPr txBox="1"/>
          <p:nvPr>
            <p:ph idx="12" type="sldNum"/>
          </p:nvPr>
        </p:nvSpPr>
        <p:spPr>
          <a:xfrm>
            <a:off x="8784000" y="4774100"/>
            <a:ext cx="360000" cy="2604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fld id="{00000000-1234-1234-1234-123412341234}" type="slidenum">
              <a:rPr lang="en"/>
              <a:t>‹#›</a:t>
            </a:fld>
            <a:endParaRPr/>
          </a:p>
        </p:txBody>
      </p:sp>
      <p:sp>
        <p:nvSpPr>
          <p:cNvPr id="477" name="Google Shape;477;p39"/>
          <p:cNvSpPr/>
          <p:nvPr/>
        </p:nvSpPr>
        <p:spPr>
          <a:xfrm>
            <a:off x="2897510" y="1044797"/>
            <a:ext cx="260400" cy="260400"/>
          </a:xfrm>
          <a:prstGeom prst="ellipse">
            <a:avLst/>
          </a:prstGeom>
          <a:solidFill>
            <a:srgbClr val="5A42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9"/>
          <p:cNvSpPr txBox="1"/>
          <p:nvPr/>
        </p:nvSpPr>
        <p:spPr>
          <a:xfrm>
            <a:off x="360000" y="1044796"/>
            <a:ext cx="2676600" cy="260400"/>
          </a:xfrm>
          <a:prstGeom prst="rect">
            <a:avLst/>
          </a:prstGeom>
          <a:solidFill>
            <a:srgbClr val="5A42BB"/>
          </a:solidFill>
          <a:ln>
            <a:noFill/>
          </a:ln>
        </p:spPr>
        <p:txBody>
          <a:bodyPr anchorCtr="0" anchor="ctr" bIns="0" lIns="91425" spcFirstLastPara="1" rIns="91425" wrap="square" tIns="0">
            <a:noAutofit/>
          </a:bodyPr>
          <a:lstStyle/>
          <a:p>
            <a:pPr indent="0" lvl="0" marL="0" rtl="0" algn="l">
              <a:spcBef>
                <a:spcPts val="0"/>
              </a:spcBef>
              <a:spcAft>
                <a:spcPts val="0"/>
              </a:spcAft>
              <a:buNone/>
            </a:pPr>
            <a:r>
              <a:t/>
            </a:r>
            <a:endParaRPr b="1">
              <a:solidFill>
                <a:schemeClr val="lt1"/>
              </a:solidFill>
              <a:latin typeface="Inter"/>
              <a:ea typeface="Inter"/>
              <a:cs typeface="Inter"/>
              <a:sym typeface="Inter"/>
            </a:endParaRPr>
          </a:p>
        </p:txBody>
      </p:sp>
      <p:sp>
        <p:nvSpPr>
          <p:cNvPr id="479" name="Google Shape;479;p39"/>
          <p:cNvSpPr txBox="1"/>
          <p:nvPr/>
        </p:nvSpPr>
        <p:spPr>
          <a:xfrm>
            <a:off x="362625" y="1044800"/>
            <a:ext cx="2407800" cy="260400"/>
          </a:xfrm>
          <a:prstGeom prst="rect">
            <a:avLst/>
          </a:prstGeom>
          <a:noFill/>
          <a:ln>
            <a:noFill/>
          </a:ln>
        </p:spPr>
        <p:txBody>
          <a:bodyPr anchorCtr="0" anchor="ctr" bIns="0" lIns="91425" spcFirstLastPara="1" rIns="91425" wrap="square" tIns="0">
            <a:noAutofit/>
          </a:bodyPr>
          <a:lstStyle/>
          <a:p>
            <a:pPr indent="0" lvl="0" marL="0" rtl="0" algn="l">
              <a:spcBef>
                <a:spcPts val="0"/>
              </a:spcBef>
              <a:spcAft>
                <a:spcPts val="0"/>
              </a:spcAft>
              <a:buNone/>
            </a:pPr>
            <a:r>
              <a:rPr b="1" lang="en" sz="1200">
                <a:solidFill>
                  <a:schemeClr val="lt1"/>
                </a:solidFill>
                <a:latin typeface="Inter"/>
                <a:ea typeface="Inter"/>
                <a:cs typeface="Inter"/>
                <a:sym typeface="Inter"/>
              </a:rPr>
              <a:t>Deep learning</a:t>
            </a:r>
            <a:endParaRPr b="1" sz="1200">
              <a:solidFill>
                <a:schemeClr val="lt1"/>
              </a:solidFill>
              <a:latin typeface="Inter"/>
              <a:ea typeface="Inter"/>
              <a:cs typeface="Inter"/>
              <a:sym typeface="Inter"/>
            </a:endParaRPr>
          </a:p>
        </p:txBody>
      </p:sp>
      <p:sp>
        <p:nvSpPr>
          <p:cNvPr id="480" name="Google Shape;480;p39"/>
          <p:cNvSpPr/>
          <p:nvPr/>
        </p:nvSpPr>
        <p:spPr>
          <a:xfrm>
            <a:off x="362575" y="2999700"/>
            <a:ext cx="4119600" cy="1774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1" name="Google Shape;481;p39"/>
          <p:cNvSpPr txBox="1"/>
          <p:nvPr>
            <p:ph idx="1" type="body"/>
          </p:nvPr>
        </p:nvSpPr>
        <p:spPr>
          <a:xfrm>
            <a:off x="362625" y="3262750"/>
            <a:ext cx="4119600" cy="148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000"/>
              <a:t>Complex data patterns</a:t>
            </a:r>
            <a:r>
              <a:rPr lang="en" sz="1000"/>
              <a:t>: With advancements in </a:t>
            </a:r>
            <a:r>
              <a:rPr b="1" lang="en" sz="1000"/>
              <a:t>algorithmic techniques</a:t>
            </a:r>
            <a:r>
              <a:rPr lang="en" sz="1000"/>
              <a:t>, unsupervised learning is now better at identifying </a:t>
            </a:r>
            <a:r>
              <a:rPr b="1" lang="en" sz="1000"/>
              <a:t>subtler and more complex </a:t>
            </a:r>
            <a:r>
              <a:rPr lang="en" sz="1000"/>
              <a:t>patterns in data. </a:t>
            </a:r>
            <a:endParaRPr sz="1000"/>
          </a:p>
          <a:p>
            <a:pPr indent="0" lvl="0" marL="0" rtl="0" algn="l">
              <a:spcBef>
                <a:spcPts val="1200"/>
              </a:spcBef>
              <a:spcAft>
                <a:spcPts val="1200"/>
              </a:spcAft>
              <a:buNone/>
            </a:pPr>
            <a:r>
              <a:rPr b="1" lang="en" sz="1000"/>
              <a:t>Applications</a:t>
            </a:r>
            <a:r>
              <a:rPr lang="en" sz="1000"/>
              <a:t>: From detecting anomalies in financial transactions to understanding genetic sequences in bioinformatics, the capabilities of unsupervised learning in pattern recognition are vast and growing.</a:t>
            </a:r>
            <a:endParaRPr sz="1000"/>
          </a:p>
        </p:txBody>
      </p:sp>
      <p:sp>
        <p:nvSpPr>
          <p:cNvPr id="482" name="Google Shape;482;p39"/>
          <p:cNvSpPr txBox="1"/>
          <p:nvPr/>
        </p:nvSpPr>
        <p:spPr>
          <a:xfrm>
            <a:off x="360875" y="3002346"/>
            <a:ext cx="2676600" cy="260400"/>
          </a:xfrm>
          <a:prstGeom prst="rect">
            <a:avLst/>
          </a:prstGeom>
          <a:solidFill>
            <a:srgbClr val="7053EA"/>
          </a:solidFill>
          <a:ln>
            <a:noFill/>
          </a:ln>
        </p:spPr>
        <p:txBody>
          <a:bodyPr anchorCtr="0" anchor="ctr" bIns="0" lIns="91425" spcFirstLastPara="1" rIns="91425" wrap="square" tIns="0">
            <a:noAutofit/>
          </a:bodyPr>
          <a:lstStyle/>
          <a:p>
            <a:pPr indent="0" lvl="0" marL="0" rtl="0" algn="l">
              <a:spcBef>
                <a:spcPts val="0"/>
              </a:spcBef>
              <a:spcAft>
                <a:spcPts val="0"/>
              </a:spcAft>
              <a:buNone/>
            </a:pPr>
            <a:r>
              <a:t/>
            </a:r>
            <a:endParaRPr b="1">
              <a:solidFill>
                <a:schemeClr val="lt1"/>
              </a:solidFill>
              <a:latin typeface="Inter"/>
              <a:ea typeface="Inter"/>
              <a:cs typeface="Inter"/>
              <a:sym typeface="Inter"/>
            </a:endParaRPr>
          </a:p>
        </p:txBody>
      </p:sp>
      <p:sp>
        <p:nvSpPr>
          <p:cNvPr id="483" name="Google Shape;483;p39"/>
          <p:cNvSpPr txBox="1"/>
          <p:nvPr/>
        </p:nvSpPr>
        <p:spPr>
          <a:xfrm>
            <a:off x="363575" y="3002350"/>
            <a:ext cx="2407800" cy="260400"/>
          </a:xfrm>
          <a:prstGeom prst="rect">
            <a:avLst/>
          </a:prstGeom>
          <a:noFill/>
          <a:ln>
            <a:noFill/>
          </a:ln>
        </p:spPr>
        <p:txBody>
          <a:bodyPr anchorCtr="0" anchor="ctr" bIns="0" lIns="91425" spcFirstLastPara="1" rIns="91425" wrap="square" tIns="0">
            <a:noAutofit/>
          </a:bodyPr>
          <a:lstStyle/>
          <a:p>
            <a:pPr indent="0" lvl="0" marL="0" rtl="0" algn="l">
              <a:spcBef>
                <a:spcPts val="0"/>
              </a:spcBef>
              <a:spcAft>
                <a:spcPts val="0"/>
              </a:spcAft>
              <a:buNone/>
            </a:pPr>
            <a:r>
              <a:rPr b="1" lang="en" sz="1200">
                <a:solidFill>
                  <a:schemeClr val="lt1"/>
                </a:solidFill>
                <a:latin typeface="Inter"/>
                <a:ea typeface="Inter"/>
                <a:cs typeface="Inter"/>
                <a:sym typeface="Inter"/>
              </a:rPr>
              <a:t>Complex data patterns</a:t>
            </a:r>
            <a:endParaRPr b="1" sz="1200">
              <a:solidFill>
                <a:schemeClr val="lt1"/>
              </a:solidFill>
              <a:latin typeface="Inter"/>
              <a:ea typeface="Inter"/>
              <a:cs typeface="Inter"/>
              <a:sym typeface="Inter"/>
            </a:endParaRPr>
          </a:p>
        </p:txBody>
      </p:sp>
      <p:sp>
        <p:nvSpPr>
          <p:cNvPr id="484" name="Google Shape;484;p39"/>
          <p:cNvSpPr/>
          <p:nvPr/>
        </p:nvSpPr>
        <p:spPr>
          <a:xfrm>
            <a:off x="2897510" y="3002347"/>
            <a:ext cx="260400" cy="260400"/>
          </a:xfrm>
          <a:prstGeom prst="ellipse">
            <a:avLst/>
          </a:prstGeom>
          <a:solidFill>
            <a:srgbClr val="7053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9"/>
          <p:cNvSpPr/>
          <p:nvPr/>
        </p:nvSpPr>
        <p:spPr>
          <a:xfrm>
            <a:off x="4665275" y="1042150"/>
            <a:ext cx="4119600" cy="1774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86" name="Google Shape;486;p39"/>
          <p:cNvSpPr txBox="1"/>
          <p:nvPr>
            <p:ph idx="1" type="body"/>
          </p:nvPr>
        </p:nvSpPr>
        <p:spPr>
          <a:xfrm>
            <a:off x="4665325" y="1305200"/>
            <a:ext cx="4119600" cy="151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000"/>
              <a:t>Self-learning systems</a:t>
            </a:r>
            <a:r>
              <a:rPr lang="en" sz="1000"/>
              <a:t>: Future unsupervised learning models are being developed to not only analyse data but also </a:t>
            </a:r>
            <a:r>
              <a:rPr b="1" lang="en" sz="1000"/>
              <a:t>make decisions</a:t>
            </a:r>
            <a:r>
              <a:rPr lang="en" sz="1000"/>
              <a:t> based on identified patterns </a:t>
            </a:r>
            <a:r>
              <a:rPr b="1" lang="en" sz="1000"/>
              <a:t>without human intervention</a:t>
            </a:r>
            <a:r>
              <a:rPr lang="en" sz="1000"/>
              <a:t>. </a:t>
            </a:r>
            <a:endParaRPr sz="1000"/>
          </a:p>
          <a:p>
            <a:pPr indent="0" lvl="0" marL="0" rtl="0" algn="l">
              <a:spcBef>
                <a:spcPts val="1200"/>
              </a:spcBef>
              <a:spcAft>
                <a:spcPts val="1200"/>
              </a:spcAft>
              <a:buNone/>
            </a:pPr>
            <a:r>
              <a:rPr b="1" lang="en" sz="1000"/>
              <a:t>Example</a:t>
            </a:r>
            <a:r>
              <a:rPr lang="en" sz="1000"/>
              <a:t>: Autonomous vehicles use unsupervised learning to interpret real-time data and make immediate driving decisions.</a:t>
            </a:r>
            <a:endParaRPr sz="1000"/>
          </a:p>
        </p:txBody>
      </p:sp>
      <p:sp>
        <p:nvSpPr>
          <p:cNvPr id="487" name="Google Shape;487;p39"/>
          <p:cNvSpPr txBox="1"/>
          <p:nvPr/>
        </p:nvSpPr>
        <p:spPr>
          <a:xfrm>
            <a:off x="6105750" y="1044796"/>
            <a:ext cx="2676600" cy="260400"/>
          </a:xfrm>
          <a:prstGeom prst="rect">
            <a:avLst/>
          </a:prstGeom>
          <a:solidFill>
            <a:srgbClr val="3B82F6"/>
          </a:solidFill>
          <a:ln>
            <a:noFill/>
          </a:ln>
        </p:spPr>
        <p:txBody>
          <a:bodyPr anchorCtr="0" anchor="ctr" bIns="0" lIns="91425" spcFirstLastPara="1" rIns="91425" wrap="square" tIns="0">
            <a:noAutofit/>
          </a:bodyPr>
          <a:lstStyle/>
          <a:p>
            <a:pPr indent="0" lvl="0" marL="0" rtl="0" algn="l">
              <a:spcBef>
                <a:spcPts val="0"/>
              </a:spcBef>
              <a:spcAft>
                <a:spcPts val="0"/>
              </a:spcAft>
              <a:buNone/>
            </a:pPr>
            <a:r>
              <a:t/>
            </a:r>
            <a:endParaRPr b="1">
              <a:solidFill>
                <a:schemeClr val="lt1"/>
              </a:solidFill>
              <a:latin typeface="Inter"/>
              <a:ea typeface="Inter"/>
              <a:cs typeface="Inter"/>
              <a:sym typeface="Inter"/>
            </a:endParaRPr>
          </a:p>
        </p:txBody>
      </p:sp>
      <p:sp>
        <p:nvSpPr>
          <p:cNvPr id="488" name="Google Shape;488;p39"/>
          <p:cNvSpPr txBox="1"/>
          <p:nvPr/>
        </p:nvSpPr>
        <p:spPr>
          <a:xfrm>
            <a:off x="6105750" y="1044800"/>
            <a:ext cx="2676600" cy="260400"/>
          </a:xfrm>
          <a:prstGeom prst="rect">
            <a:avLst/>
          </a:prstGeom>
          <a:solidFill>
            <a:srgbClr val="14A961"/>
          </a:solidFill>
          <a:ln>
            <a:noFill/>
          </a:ln>
        </p:spPr>
        <p:txBody>
          <a:bodyPr anchorCtr="0" anchor="ctr" bIns="0" lIns="91425" spcFirstLastPara="1" rIns="91425" wrap="square" tIns="0">
            <a:noAutofit/>
          </a:bodyPr>
          <a:lstStyle/>
          <a:p>
            <a:pPr indent="0" lvl="0" marL="0" rtl="0" algn="r">
              <a:spcBef>
                <a:spcPts val="0"/>
              </a:spcBef>
              <a:spcAft>
                <a:spcPts val="0"/>
              </a:spcAft>
              <a:buNone/>
            </a:pPr>
            <a:r>
              <a:rPr b="1" lang="en" sz="1200">
                <a:solidFill>
                  <a:schemeClr val="lt1"/>
                </a:solidFill>
                <a:latin typeface="Inter"/>
                <a:ea typeface="Inter"/>
                <a:cs typeface="Inter"/>
                <a:sym typeface="Inter"/>
              </a:rPr>
              <a:t>Autonomous decision-making</a:t>
            </a:r>
            <a:endParaRPr b="1" sz="1200">
              <a:solidFill>
                <a:schemeClr val="lt1"/>
              </a:solidFill>
              <a:latin typeface="Inter"/>
              <a:ea typeface="Inter"/>
              <a:cs typeface="Inter"/>
              <a:sym typeface="Inter"/>
            </a:endParaRPr>
          </a:p>
        </p:txBody>
      </p:sp>
      <p:sp>
        <p:nvSpPr>
          <p:cNvPr id="489" name="Google Shape;489;p39"/>
          <p:cNvSpPr/>
          <p:nvPr/>
        </p:nvSpPr>
        <p:spPr>
          <a:xfrm>
            <a:off x="5964585" y="1044797"/>
            <a:ext cx="260400" cy="260400"/>
          </a:xfrm>
          <a:prstGeom prst="ellipse">
            <a:avLst/>
          </a:prstGeom>
          <a:solidFill>
            <a:srgbClr val="14A9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9"/>
          <p:cNvSpPr/>
          <p:nvPr/>
        </p:nvSpPr>
        <p:spPr>
          <a:xfrm>
            <a:off x="4664400" y="2999700"/>
            <a:ext cx="4119600" cy="1774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91" name="Google Shape;491;p39"/>
          <p:cNvSpPr txBox="1"/>
          <p:nvPr>
            <p:ph idx="1" type="body"/>
          </p:nvPr>
        </p:nvSpPr>
        <p:spPr>
          <a:xfrm>
            <a:off x="4664450" y="3262750"/>
            <a:ext cx="4119600" cy="15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t>AI Integration</a:t>
            </a:r>
            <a:r>
              <a:rPr lang="en" sz="1000"/>
              <a:t>: Unsupervised learning is increasingly being used alongside supervised learning, reinforcement learning, and other AI techniques to create more </a:t>
            </a:r>
            <a:r>
              <a:rPr b="1" lang="en" sz="1000"/>
              <a:t>robust and adaptable AI systems</a:t>
            </a:r>
            <a:r>
              <a:rPr lang="en" sz="1000"/>
              <a:t>. </a:t>
            </a:r>
            <a:endParaRPr sz="1000"/>
          </a:p>
          <a:p>
            <a:pPr indent="0" lvl="0" marL="0" rtl="0" algn="l">
              <a:spcBef>
                <a:spcPts val="1200"/>
              </a:spcBef>
              <a:spcAft>
                <a:spcPts val="1200"/>
              </a:spcAft>
              <a:buNone/>
            </a:pPr>
            <a:r>
              <a:rPr b="1" lang="en" sz="1000"/>
              <a:t>Potential impact</a:t>
            </a:r>
            <a:r>
              <a:rPr lang="en" sz="1000"/>
              <a:t>: This convergence is expected to unlock unprecedented capabilities in AI, from i</a:t>
            </a:r>
            <a:r>
              <a:rPr b="1" lang="en" sz="1000"/>
              <a:t>mproving learning efficiency</a:t>
            </a:r>
            <a:r>
              <a:rPr lang="en" sz="1000"/>
              <a:t> to enabling machines to </a:t>
            </a:r>
            <a:r>
              <a:rPr b="1" lang="en" sz="1000"/>
              <a:t>understand and interact</a:t>
            </a:r>
            <a:r>
              <a:rPr lang="en" sz="1000"/>
              <a:t> with the world in fundamentally new ways.</a:t>
            </a:r>
            <a:endParaRPr sz="1000"/>
          </a:p>
        </p:txBody>
      </p:sp>
      <p:sp>
        <p:nvSpPr>
          <p:cNvPr id="492" name="Google Shape;492;p39"/>
          <p:cNvSpPr txBox="1"/>
          <p:nvPr/>
        </p:nvSpPr>
        <p:spPr>
          <a:xfrm>
            <a:off x="6105750" y="3002346"/>
            <a:ext cx="2676600" cy="260400"/>
          </a:xfrm>
          <a:prstGeom prst="rect">
            <a:avLst/>
          </a:prstGeom>
          <a:solidFill>
            <a:srgbClr val="1BA796"/>
          </a:solidFill>
          <a:ln>
            <a:noFill/>
          </a:ln>
        </p:spPr>
        <p:txBody>
          <a:bodyPr anchorCtr="0" anchor="ctr" bIns="0" lIns="91425" spcFirstLastPara="1" rIns="91425" wrap="square" tIns="0">
            <a:noAutofit/>
          </a:bodyPr>
          <a:lstStyle/>
          <a:p>
            <a:pPr indent="0" lvl="0" marL="0" rtl="0" algn="l">
              <a:spcBef>
                <a:spcPts val="0"/>
              </a:spcBef>
              <a:spcAft>
                <a:spcPts val="0"/>
              </a:spcAft>
              <a:buNone/>
            </a:pPr>
            <a:r>
              <a:t/>
            </a:r>
            <a:endParaRPr b="1">
              <a:solidFill>
                <a:schemeClr val="lt1"/>
              </a:solidFill>
              <a:latin typeface="Inter"/>
              <a:ea typeface="Inter"/>
              <a:cs typeface="Inter"/>
              <a:sym typeface="Inter"/>
            </a:endParaRPr>
          </a:p>
        </p:txBody>
      </p:sp>
      <p:sp>
        <p:nvSpPr>
          <p:cNvPr id="493" name="Google Shape;493;p39"/>
          <p:cNvSpPr txBox="1"/>
          <p:nvPr/>
        </p:nvSpPr>
        <p:spPr>
          <a:xfrm>
            <a:off x="6374550" y="3002350"/>
            <a:ext cx="2407800" cy="260400"/>
          </a:xfrm>
          <a:prstGeom prst="rect">
            <a:avLst/>
          </a:prstGeom>
          <a:noFill/>
          <a:ln>
            <a:noFill/>
          </a:ln>
        </p:spPr>
        <p:txBody>
          <a:bodyPr anchorCtr="0" anchor="ctr" bIns="0" lIns="91425" spcFirstLastPara="1" rIns="91425" wrap="square" tIns="0">
            <a:noAutofit/>
          </a:bodyPr>
          <a:lstStyle/>
          <a:p>
            <a:pPr indent="0" lvl="0" marL="0" rtl="0" algn="r">
              <a:spcBef>
                <a:spcPts val="0"/>
              </a:spcBef>
              <a:spcAft>
                <a:spcPts val="0"/>
              </a:spcAft>
              <a:buNone/>
            </a:pPr>
            <a:r>
              <a:rPr b="1" lang="en" sz="1200">
                <a:solidFill>
                  <a:schemeClr val="lt1"/>
                </a:solidFill>
                <a:latin typeface="Inter"/>
                <a:ea typeface="Inter"/>
                <a:cs typeface="Inter"/>
                <a:sym typeface="Inter"/>
              </a:rPr>
              <a:t>Other AI domains</a:t>
            </a:r>
            <a:endParaRPr b="1" sz="1200">
              <a:solidFill>
                <a:schemeClr val="lt1"/>
              </a:solidFill>
              <a:latin typeface="Inter"/>
              <a:ea typeface="Inter"/>
              <a:cs typeface="Inter"/>
              <a:sym typeface="Inter"/>
            </a:endParaRPr>
          </a:p>
        </p:txBody>
      </p:sp>
      <p:sp>
        <p:nvSpPr>
          <p:cNvPr id="494" name="Google Shape;494;p39"/>
          <p:cNvSpPr/>
          <p:nvPr/>
        </p:nvSpPr>
        <p:spPr>
          <a:xfrm>
            <a:off x="5964585" y="3002347"/>
            <a:ext cx="260400" cy="260400"/>
          </a:xfrm>
          <a:prstGeom prst="ellipse">
            <a:avLst/>
          </a:prstGeom>
          <a:solidFill>
            <a:srgbClr val="1BA7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ExploreAI Academy Content">
  <a:themeElements>
    <a:clrScheme name="Simple Light">
      <a:dk1>
        <a:srgbClr val="1A2744"/>
      </a:dk1>
      <a:lt1>
        <a:srgbClr val="FFFFFF"/>
      </a:lt1>
      <a:dk2>
        <a:srgbClr val="F3F4F6"/>
      </a:dk2>
      <a:lt2>
        <a:srgbClr val="BABEC7"/>
      </a:lt2>
      <a:accent1>
        <a:srgbClr val="3B82F6"/>
      </a:accent1>
      <a:accent2>
        <a:srgbClr val="F76808"/>
      </a:accent2>
      <a:accent3>
        <a:srgbClr val="FFC217"/>
      </a:accent3>
      <a:accent4>
        <a:srgbClr val="ED3F2E"/>
      </a:accent4>
      <a:accent5>
        <a:srgbClr val="1BA796"/>
      </a:accent5>
      <a:accent6>
        <a:srgbClr val="EA396B"/>
      </a:accent6>
      <a:hlink>
        <a:srgbClr val="1A274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